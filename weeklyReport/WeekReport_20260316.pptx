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0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4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DC415F-BC2B-4380-B298-98F28BC88FA4}" v="283" dt="2026-03-11T01:31:14.6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9F48FD-12A7-483E-A301-CA742F7F8A5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B42B4F-C4D6-40D1-97CE-B6250532743B}">
      <dgm:prSet custT="1"/>
      <dgm:spPr/>
      <dgm:t>
        <a:bodyPr/>
        <a:lstStyle/>
        <a:p>
          <a:r>
            <a:rPr lang="zh-TW" altLang="en-US" sz="1800" dirty="0"/>
            <a:t>無新進度</a:t>
          </a:r>
          <a:endParaRPr lang="en-US" sz="1800" dirty="0"/>
        </a:p>
      </dgm:t>
    </dgm:pt>
    <dgm:pt modelId="{2CF3819A-6041-498D-BA53-6E261C2F2B33}" type="parTrans" cxnId="{E5314EDD-2B3F-4376-BE63-F3E36B0E098E}">
      <dgm:prSet/>
      <dgm:spPr/>
      <dgm:t>
        <a:bodyPr/>
        <a:lstStyle/>
        <a:p>
          <a:endParaRPr lang="zh-TW" altLang="en-US"/>
        </a:p>
      </dgm:t>
    </dgm:pt>
    <dgm:pt modelId="{9C1B7FFF-7048-4766-8237-015B9F5E6756}" type="sibTrans" cxnId="{E5314EDD-2B3F-4376-BE63-F3E36B0E098E}">
      <dgm:prSet/>
      <dgm:spPr/>
      <dgm:t>
        <a:bodyPr/>
        <a:lstStyle/>
        <a:p>
          <a:endParaRPr lang="zh-TW" altLang="en-US"/>
        </a:p>
      </dgm:t>
    </dgm:pt>
    <dgm:pt modelId="{AECA8481-08B3-4869-9E9E-F9D2B8888158}">
      <dgm:prSet custT="1"/>
      <dgm:spPr/>
      <dgm:t>
        <a:bodyPr/>
        <a:lstStyle/>
        <a:p>
          <a:r>
            <a:rPr lang="en-US" altLang="zh-TW" sz="1800" dirty="0"/>
            <a:t>TSC</a:t>
          </a:r>
          <a:endParaRPr lang="en-US" sz="1800" dirty="0"/>
        </a:p>
      </dgm:t>
    </dgm:pt>
    <dgm:pt modelId="{B6926CB2-4833-4C64-BDE1-2F9F68305141}" type="parTrans" cxnId="{BC0E1FA0-B566-4140-BE51-E973281A6615}">
      <dgm:prSet/>
      <dgm:spPr/>
      <dgm:t>
        <a:bodyPr/>
        <a:lstStyle/>
        <a:p>
          <a:endParaRPr lang="zh-TW" altLang="en-US"/>
        </a:p>
      </dgm:t>
    </dgm:pt>
    <dgm:pt modelId="{D4C55C52-2D50-4507-A2FC-628758E8C643}" type="sibTrans" cxnId="{BC0E1FA0-B566-4140-BE51-E973281A6615}">
      <dgm:prSet/>
      <dgm:spPr/>
      <dgm:t>
        <a:bodyPr/>
        <a:lstStyle/>
        <a:p>
          <a:endParaRPr lang="zh-TW" altLang="en-US"/>
        </a:p>
      </dgm:t>
    </dgm:pt>
    <dgm:pt modelId="{9955B8EB-C42F-46AD-A79B-FC2833070A4A}">
      <dgm:prSet custT="1"/>
      <dgm:spPr/>
      <dgm:t>
        <a:bodyPr/>
        <a:lstStyle/>
        <a:p>
          <a:r>
            <a:rPr lang="en-US" altLang="zh-TW" sz="1800" dirty="0"/>
            <a:t>TSC</a:t>
          </a:r>
          <a:r>
            <a:rPr lang="zh-TW" altLang="en-US" sz="1800" dirty="0"/>
            <a:t> 使用手冊 問答機器人功能撰寫</a:t>
          </a:r>
          <a:endParaRPr lang="en-US" sz="1800" dirty="0"/>
        </a:p>
      </dgm:t>
    </dgm:pt>
    <dgm:pt modelId="{E589EEC5-9417-46F1-9684-A86C7480FB25}" type="parTrans" cxnId="{A2312E2B-B840-4D00-B1C5-44249D2CBC2F}">
      <dgm:prSet/>
      <dgm:spPr/>
      <dgm:t>
        <a:bodyPr/>
        <a:lstStyle/>
        <a:p>
          <a:endParaRPr lang="zh-TW" altLang="en-US"/>
        </a:p>
      </dgm:t>
    </dgm:pt>
    <dgm:pt modelId="{74C186E5-2ACB-4216-B8CB-E13602326007}" type="sibTrans" cxnId="{A2312E2B-B840-4D00-B1C5-44249D2CBC2F}">
      <dgm:prSet/>
      <dgm:spPr/>
      <dgm:t>
        <a:bodyPr/>
        <a:lstStyle/>
        <a:p>
          <a:endParaRPr lang="zh-TW" altLang="en-US"/>
        </a:p>
      </dgm:t>
    </dgm:pt>
    <dgm:pt modelId="{E8CC150F-2420-4004-A369-CD213ABBB253}">
      <dgm:prSet custT="1"/>
      <dgm:spPr/>
      <dgm:t>
        <a:bodyPr/>
        <a:lstStyle/>
        <a:p>
          <a:r>
            <a:rPr lang="zh-TW" altLang="en-US" sz="1800" dirty="0"/>
            <a:t>韓鄒討論  </a:t>
          </a:r>
          <a:r>
            <a:rPr lang="en-US" altLang="zh-TW" sz="1800" dirty="0"/>
            <a:t>or-tools</a:t>
          </a:r>
          <a:r>
            <a:rPr lang="zh-TW" altLang="en-US" sz="1800" dirty="0"/>
            <a:t> 使用研究</a:t>
          </a:r>
          <a:r>
            <a:rPr lang="en-US" altLang="zh-TW" sz="1800" dirty="0"/>
            <a:t>, </a:t>
          </a:r>
          <a:r>
            <a:rPr lang="zh-TW" altLang="en-US" sz="1800" dirty="0"/>
            <a:t>本周沒進度</a:t>
          </a:r>
          <a:endParaRPr lang="en-US" sz="1800" dirty="0"/>
        </a:p>
      </dgm:t>
    </dgm:pt>
    <dgm:pt modelId="{CE4CA662-DF47-4C4F-B699-F6BA32771A33}" type="parTrans" cxnId="{164A80A2-96D5-44E9-96D1-36C9AABF4D24}">
      <dgm:prSet/>
      <dgm:spPr/>
      <dgm:t>
        <a:bodyPr/>
        <a:lstStyle/>
        <a:p>
          <a:endParaRPr lang="zh-TW" altLang="en-US"/>
        </a:p>
      </dgm:t>
    </dgm:pt>
    <dgm:pt modelId="{9C33FE59-B799-479B-A84B-0C36EA904122}" type="sibTrans" cxnId="{164A80A2-96D5-44E9-96D1-36C9AABF4D24}">
      <dgm:prSet/>
      <dgm:spPr/>
      <dgm:t>
        <a:bodyPr/>
        <a:lstStyle/>
        <a:p>
          <a:endParaRPr lang="zh-TW" altLang="en-US"/>
        </a:p>
      </dgm:t>
    </dgm:pt>
    <dgm:pt modelId="{EBF30D25-A690-4A4D-9C64-F800CF093C3D}">
      <dgm:prSet custT="1"/>
      <dgm:spPr/>
      <dgm:t>
        <a:bodyPr/>
        <a:lstStyle/>
        <a:p>
          <a:r>
            <a:rPr lang="en-US" sz="1800" dirty="0"/>
            <a:t>MCS</a:t>
          </a:r>
        </a:p>
      </dgm:t>
    </dgm:pt>
    <dgm:pt modelId="{685AA6BB-A76A-4D2E-A1D7-940D054F9006}" type="parTrans" cxnId="{FDDF1BE6-3552-4833-A47F-8D9FB3A63E78}">
      <dgm:prSet/>
      <dgm:spPr/>
      <dgm:t>
        <a:bodyPr/>
        <a:lstStyle/>
        <a:p>
          <a:endParaRPr lang="zh-TW" altLang="en-US"/>
        </a:p>
      </dgm:t>
    </dgm:pt>
    <dgm:pt modelId="{C8CF8B5F-82A0-4D7D-B652-F744468FB286}" type="sibTrans" cxnId="{FDDF1BE6-3552-4833-A47F-8D9FB3A63E78}">
      <dgm:prSet/>
      <dgm:spPr/>
      <dgm:t>
        <a:bodyPr/>
        <a:lstStyle/>
        <a:p>
          <a:endParaRPr lang="zh-TW" altLang="en-US"/>
        </a:p>
      </dgm:t>
    </dgm:pt>
    <dgm:pt modelId="{1CA113FB-F1F7-489F-81B5-0B7ECBD26EC5}">
      <dgm:prSet custT="1"/>
      <dgm:spPr/>
      <dgm:t>
        <a:bodyPr/>
        <a:lstStyle/>
        <a:p>
          <a:r>
            <a:rPr lang="zh-TW" altLang="en-US" sz="1800" dirty="0"/>
            <a:t>客服問答機器人</a:t>
          </a:r>
          <a:endParaRPr lang="en-US" sz="1800" dirty="0"/>
        </a:p>
      </dgm:t>
    </dgm:pt>
    <dgm:pt modelId="{D2DD603F-9FB5-4BFF-8E7A-954114481AFF}" type="sibTrans" cxnId="{5591D25E-433C-4B02-B0CD-EA9C768A4BB9}">
      <dgm:prSet/>
      <dgm:spPr/>
      <dgm:t>
        <a:bodyPr/>
        <a:lstStyle/>
        <a:p>
          <a:endParaRPr lang="zh-TW" altLang="en-US"/>
        </a:p>
      </dgm:t>
    </dgm:pt>
    <dgm:pt modelId="{A70C5CFF-0CEF-4266-8FA1-BFCA3BDC241C}" type="parTrans" cxnId="{5591D25E-433C-4B02-B0CD-EA9C768A4BB9}">
      <dgm:prSet/>
      <dgm:spPr/>
      <dgm:t>
        <a:bodyPr/>
        <a:lstStyle/>
        <a:p>
          <a:endParaRPr lang="zh-TW" altLang="en-US"/>
        </a:p>
      </dgm:t>
    </dgm:pt>
    <dgm:pt modelId="{6B4DC73B-F74B-48F0-B2E6-77961D4E8D71}">
      <dgm:prSet custT="1"/>
      <dgm:spPr/>
      <dgm:t>
        <a:bodyPr/>
        <a:lstStyle/>
        <a:p>
          <a:r>
            <a:rPr lang="zh-TW" altLang="en-US" sz="1800" dirty="0"/>
            <a:t>無新進度</a:t>
          </a:r>
          <a:endParaRPr lang="en-US" sz="1800" dirty="0"/>
        </a:p>
      </dgm:t>
    </dgm:pt>
    <dgm:pt modelId="{52609BF7-767D-4FA6-9FF7-CDA1B7EFC8B7}" type="sibTrans" cxnId="{D9773AC9-8EF1-4AF9-84FB-C7832FD94377}">
      <dgm:prSet/>
      <dgm:spPr/>
      <dgm:t>
        <a:bodyPr/>
        <a:lstStyle/>
        <a:p>
          <a:endParaRPr lang="zh-TW" altLang="en-US"/>
        </a:p>
      </dgm:t>
    </dgm:pt>
    <dgm:pt modelId="{F655901E-B245-4768-BCCD-014817EA96BA}" type="parTrans" cxnId="{D9773AC9-8EF1-4AF9-84FB-C7832FD94377}">
      <dgm:prSet/>
      <dgm:spPr/>
      <dgm:t>
        <a:bodyPr/>
        <a:lstStyle/>
        <a:p>
          <a:endParaRPr lang="zh-TW" altLang="en-US"/>
        </a:p>
      </dgm:t>
    </dgm:pt>
    <dgm:pt modelId="{2CEBAE03-2D4B-4A53-997B-20542B433189}">
      <dgm:prSet custT="1"/>
      <dgm:spPr/>
      <dgm:t>
        <a:bodyPr/>
        <a:lstStyle/>
        <a:p>
          <a:r>
            <a:rPr lang="zh-TW" altLang="en-US" sz="1800" dirty="0"/>
            <a:t>熟悉 </a:t>
          </a:r>
          <a:r>
            <a:rPr lang="en-US" altLang="zh-TW" sz="1800" dirty="0" err="1"/>
            <a:t>dify</a:t>
          </a:r>
          <a:r>
            <a:rPr lang="en-US" altLang="zh-TW" sz="1800" dirty="0"/>
            <a:t> </a:t>
          </a:r>
          <a:r>
            <a:rPr lang="zh-TW" altLang="en-US" sz="1800" dirty="0"/>
            <a:t>功能</a:t>
          </a:r>
          <a:r>
            <a:rPr lang="en-US" altLang="zh-TW" sz="1800" dirty="0"/>
            <a:t>,</a:t>
          </a:r>
          <a:r>
            <a:rPr lang="zh-TW" altLang="en-US" sz="1800" dirty="0"/>
            <a:t> 並傳寫程式測試自動問答</a:t>
          </a:r>
          <a:r>
            <a:rPr lang="en-US" altLang="zh-TW" sz="1800" dirty="0"/>
            <a:t>, </a:t>
          </a:r>
          <a:r>
            <a:rPr lang="zh-TW" altLang="en-US" sz="1800" dirty="0"/>
            <a:t>測試問答部分</a:t>
          </a:r>
          <a:endParaRPr lang="en-US" sz="1800" dirty="0"/>
        </a:p>
      </dgm:t>
    </dgm:pt>
    <dgm:pt modelId="{D9CD95DD-52F8-4848-A43F-C380AAB452DB}" type="parTrans" cxnId="{36F2DB2C-4CD3-45B6-85E3-4127052050DA}">
      <dgm:prSet/>
      <dgm:spPr/>
      <dgm:t>
        <a:bodyPr/>
        <a:lstStyle/>
        <a:p>
          <a:endParaRPr lang="zh-TW" altLang="en-US"/>
        </a:p>
      </dgm:t>
    </dgm:pt>
    <dgm:pt modelId="{DDEC7945-AAF6-4024-BDF4-1928854A235D}" type="sibTrans" cxnId="{36F2DB2C-4CD3-45B6-85E3-4127052050DA}">
      <dgm:prSet/>
      <dgm:spPr/>
      <dgm:t>
        <a:bodyPr/>
        <a:lstStyle/>
        <a:p>
          <a:endParaRPr lang="zh-TW" altLang="en-US"/>
        </a:p>
      </dgm:t>
    </dgm:pt>
    <dgm:pt modelId="{C6E67950-E86D-47E3-840D-5CD9AD896F20}">
      <dgm:prSet custT="1"/>
      <dgm:spPr/>
      <dgm:t>
        <a:bodyPr/>
        <a:lstStyle/>
        <a:p>
          <a:pPr algn="ctr"/>
          <a:r>
            <a:rPr lang="en-US" altLang="zh-TW" sz="2400" dirty="0"/>
            <a:t>Pe</a:t>
          </a:r>
          <a:r>
            <a:rPr lang="en-US" sz="2400" b="0" i="0" dirty="0"/>
            <a:t>riod</a:t>
          </a:r>
          <a:r>
            <a:rPr lang="en-US" sz="2400" dirty="0"/>
            <a:t>:</a:t>
          </a:r>
          <a:r>
            <a:rPr lang="zh-TW" sz="2400" dirty="0"/>
            <a:t> </a:t>
          </a:r>
          <a:r>
            <a:rPr lang="en-US" altLang="zh-TW" sz="2400" dirty="0"/>
            <a:t>###Date3####</a:t>
          </a:r>
          <a:r>
            <a:rPr lang="en-US" sz="2400" dirty="0"/>
            <a:t> ~ </a:t>
          </a:r>
          <a:r>
            <a:rPr lang="en-US" altLang="zh-TW" sz="2400" dirty="0"/>
            <a:t>###Date4####</a:t>
          </a:r>
          <a:endParaRPr lang="en-US" sz="2400" dirty="0"/>
        </a:p>
      </dgm:t>
    </dgm:pt>
    <dgm:pt modelId="{8EB9F5D1-DD70-4ED8-9A8D-E32D0F6F2443}" type="sibTrans" cxnId="{37475387-22BF-4607-B226-D9A453F89C24}">
      <dgm:prSet/>
      <dgm:spPr/>
      <dgm:t>
        <a:bodyPr/>
        <a:lstStyle/>
        <a:p>
          <a:endParaRPr lang="en-US"/>
        </a:p>
      </dgm:t>
    </dgm:pt>
    <dgm:pt modelId="{E5E9F184-A0A2-42B6-B8BA-20274D307B80}" type="parTrans" cxnId="{37475387-22BF-4607-B226-D9A453F89C24}">
      <dgm:prSet/>
      <dgm:spPr/>
      <dgm:t>
        <a:bodyPr/>
        <a:lstStyle/>
        <a:p>
          <a:endParaRPr lang="en-US"/>
        </a:p>
      </dgm:t>
    </dgm:pt>
    <dgm:pt modelId="{8A209B4D-FF66-48B2-A586-35A4BC1AE26C}">
      <dgm:prSet custT="1"/>
      <dgm:spPr/>
      <dgm:t>
        <a:bodyPr/>
        <a:lstStyle/>
        <a:p>
          <a:r>
            <a:rPr lang="en-US" sz="1800" dirty="0"/>
            <a:t>RTD</a:t>
          </a:r>
          <a:r>
            <a:rPr lang="zh-TW" sz="1800" dirty="0"/>
            <a:t> </a:t>
          </a:r>
          <a:endParaRPr lang="en-US" sz="1800" dirty="0"/>
        </a:p>
      </dgm:t>
    </dgm:pt>
    <dgm:pt modelId="{058AC018-CC4B-4C3D-A44C-E6F44EEBECAD}" type="sibTrans" cxnId="{E0FC16A8-85F6-4DA5-9B69-63F6CF9E1144}">
      <dgm:prSet/>
      <dgm:spPr/>
      <dgm:t>
        <a:bodyPr/>
        <a:lstStyle/>
        <a:p>
          <a:endParaRPr lang="en-US"/>
        </a:p>
      </dgm:t>
    </dgm:pt>
    <dgm:pt modelId="{6404D407-0B4D-4502-A706-C88F846B3FBF}" type="parTrans" cxnId="{E0FC16A8-85F6-4DA5-9B69-63F6CF9E1144}">
      <dgm:prSet/>
      <dgm:spPr/>
      <dgm:t>
        <a:bodyPr/>
        <a:lstStyle/>
        <a:p>
          <a:endParaRPr lang="en-US"/>
        </a:p>
      </dgm:t>
    </dgm:pt>
    <dgm:pt modelId="{C76562A1-FBAD-41BA-B29A-670F319F58EB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800" b="0" i="0" dirty="0"/>
            <a:t>Task description</a:t>
          </a:r>
          <a:r>
            <a:rPr lang="en-US" sz="2800" dirty="0"/>
            <a:t>:</a:t>
          </a:r>
        </a:p>
      </dgm:t>
    </dgm:pt>
    <dgm:pt modelId="{F3FC50A1-CFA3-49C5-A206-5E46301F82D2}" type="sibTrans" cxnId="{675662C9-6C4F-447D-AE51-DFFF3D51FDD5}">
      <dgm:prSet/>
      <dgm:spPr/>
      <dgm:t>
        <a:bodyPr/>
        <a:lstStyle/>
        <a:p>
          <a:endParaRPr lang="en-US"/>
        </a:p>
      </dgm:t>
    </dgm:pt>
    <dgm:pt modelId="{4C68484E-B4D4-4CE0-9631-8A2AAAE39CA5}" type="parTrans" cxnId="{675662C9-6C4F-447D-AE51-DFFF3D51FDD5}">
      <dgm:prSet/>
      <dgm:spPr/>
      <dgm:t>
        <a:bodyPr/>
        <a:lstStyle/>
        <a:p>
          <a:endParaRPr lang="en-US"/>
        </a:p>
      </dgm:t>
    </dgm:pt>
    <dgm:pt modelId="{64DAC74F-FADA-4393-B5EE-628C24EA707D}" type="pres">
      <dgm:prSet presAssocID="{FB9F48FD-12A7-483E-A301-CA742F7F8A58}" presName="linear" presStyleCnt="0">
        <dgm:presLayoutVars>
          <dgm:animLvl val="lvl"/>
          <dgm:resizeHandles val="exact"/>
        </dgm:presLayoutVars>
      </dgm:prSet>
      <dgm:spPr/>
    </dgm:pt>
    <dgm:pt modelId="{AFCA0DEB-DD95-40C8-B457-91FC683EC0BA}" type="pres">
      <dgm:prSet presAssocID="{C6E67950-E86D-47E3-840D-5CD9AD896F20}" presName="parentText" presStyleLbl="node1" presStyleIdx="0" presStyleCnt="2" custLinFactNeighborX="-12529" custLinFactNeighborY="40164">
        <dgm:presLayoutVars>
          <dgm:chMax val="0"/>
          <dgm:bulletEnabled val="1"/>
        </dgm:presLayoutVars>
      </dgm:prSet>
      <dgm:spPr/>
    </dgm:pt>
    <dgm:pt modelId="{4C1FFAA8-0FD0-4437-94A6-B29C1A6EA9A7}" type="pres">
      <dgm:prSet presAssocID="{8EB9F5D1-DD70-4ED8-9A8D-E32D0F6F2443}" presName="spacer" presStyleCnt="0"/>
      <dgm:spPr/>
    </dgm:pt>
    <dgm:pt modelId="{4E897228-7E60-4F7B-80F3-8DABA7833993}" type="pres">
      <dgm:prSet presAssocID="{C76562A1-FBAD-41BA-B29A-670F319F58EB}" presName="parentText" presStyleLbl="node1" presStyleIdx="1" presStyleCnt="2" custLinFactNeighborY="-1507">
        <dgm:presLayoutVars>
          <dgm:chMax val="0"/>
          <dgm:bulletEnabled val="1"/>
        </dgm:presLayoutVars>
      </dgm:prSet>
      <dgm:spPr/>
    </dgm:pt>
    <dgm:pt modelId="{63E9741B-DF19-45A8-8CB6-C7A2F79019D1}" type="pres">
      <dgm:prSet presAssocID="{C76562A1-FBAD-41BA-B29A-670F319F58E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0978215-EB58-4049-9D96-96A86C5402D1}" type="presOf" srcId="{FB9F48FD-12A7-483E-A301-CA742F7F8A58}" destId="{64DAC74F-FADA-4393-B5EE-628C24EA707D}" srcOrd="0" destOrd="0" presId="urn:microsoft.com/office/officeart/2005/8/layout/vList2"/>
    <dgm:cxn modelId="{A2312E2B-B840-4D00-B1C5-44249D2CBC2F}" srcId="{1CA113FB-F1F7-489F-81B5-0B7ECBD26EC5}" destId="{9955B8EB-C42F-46AD-A79B-FC2833070A4A}" srcOrd="0" destOrd="0" parTransId="{E589EEC5-9417-46F1-9684-A86C7480FB25}" sibTransId="{74C186E5-2ACB-4216-B8CB-E13602326007}"/>
    <dgm:cxn modelId="{36F2DB2C-4CD3-45B6-85E3-4127052050DA}" srcId="{1CA113FB-F1F7-489F-81B5-0B7ECBD26EC5}" destId="{2CEBAE03-2D4B-4A53-997B-20542B433189}" srcOrd="1" destOrd="0" parTransId="{D9CD95DD-52F8-4848-A43F-C380AAB452DB}" sibTransId="{DDEC7945-AAF6-4024-BDF4-1928854A235D}"/>
    <dgm:cxn modelId="{38960D3C-19B0-4E2A-A699-24A0D549B0B7}" type="presOf" srcId="{EBF30D25-A690-4A4D-9C64-F800CF093C3D}" destId="{63E9741B-DF19-45A8-8CB6-C7A2F79019D1}" srcOrd="0" destOrd="2" presId="urn:microsoft.com/office/officeart/2005/8/layout/vList2"/>
    <dgm:cxn modelId="{D5B5503D-E60D-4BB1-8589-168311443226}" type="presOf" srcId="{8A209B4D-FF66-48B2-A586-35A4BC1AE26C}" destId="{63E9741B-DF19-45A8-8CB6-C7A2F79019D1}" srcOrd="0" destOrd="0" presId="urn:microsoft.com/office/officeart/2005/8/layout/vList2"/>
    <dgm:cxn modelId="{5591D25E-433C-4B02-B0CD-EA9C768A4BB9}" srcId="{C76562A1-FBAD-41BA-B29A-670F319F58EB}" destId="{1CA113FB-F1F7-489F-81B5-0B7ECBD26EC5}" srcOrd="3" destOrd="0" parTransId="{A70C5CFF-0CEF-4266-8FA1-BFCA3BDC241C}" sibTransId="{D2DD603F-9FB5-4BFF-8E7A-954114481AFF}"/>
    <dgm:cxn modelId="{95585650-DBB3-4DB3-99BE-412E6B3DCD50}" type="presOf" srcId="{AECA8481-08B3-4869-9E9E-F9D2B8888158}" destId="{63E9741B-DF19-45A8-8CB6-C7A2F79019D1}" srcOrd="0" destOrd="4" presId="urn:microsoft.com/office/officeart/2005/8/layout/vList2"/>
    <dgm:cxn modelId="{37475387-22BF-4607-B226-D9A453F89C24}" srcId="{FB9F48FD-12A7-483E-A301-CA742F7F8A58}" destId="{C6E67950-E86D-47E3-840D-5CD9AD896F20}" srcOrd="0" destOrd="0" parTransId="{E5E9F184-A0A2-42B6-B8BA-20274D307B80}" sibTransId="{8EB9F5D1-DD70-4ED8-9A8D-E32D0F6F2443}"/>
    <dgm:cxn modelId="{2399119A-6936-4E3A-900C-5B68A5C6E3A4}" type="presOf" srcId="{C76562A1-FBAD-41BA-B29A-670F319F58EB}" destId="{4E897228-7E60-4F7B-80F3-8DABA7833993}" srcOrd="0" destOrd="0" presId="urn:microsoft.com/office/officeart/2005/8/layout/vList2"/>
    <dgm:cxn modelId="{BC0E1FA0-B566-4140-BE51-E973281A6615}" srcId="{C76562A1-FBAD-41BA-B29A-670F319F58EB}" destId="{AECA8481-08B3-4869-9E9E-F9D2B8888158}" srcOrd="2" destOrd="0" parTransId="{B6926CB2-4833-4C64-BDE1-2F9F68305141}" sibTransId="{D4C55C52-2D50-4507-A2FC-628758E8C643}"/>
    <dgm:cxn modelId="{164A80A2-96D5-44E9-96D1-36C9AABF4D24}" srcId="{AECA8481-08B3-4869-9E9E-F9D2B8888158}" destId="{E8CC150F-2420-4004-A369-CD213ABBB253}" srcOrd="0" destOrd="0" parTransId="{CE4CA662-DF47-4C4F-B699-F6BA32771A33}" sibTransId="{9C33FE59-B799-479B-A84B-0C36EA904122}"/>
    <dgm:cxn modelId="{E0FC16A8-85F6-4DA5-9B69-63F6CF9E1144}" srcId="{C76562A1-FBAD-41BA-B29A-670F319F58EB}" destId="{8A209B4D-FF66-48B2-A586-35A4BC1AE26C}" srcOrd="0" destOrd="0" parTransId="{6404D407-0B4D-4502-A706-C88F846B3FBF}" sibTransId="{058AC018-CC4B-4C3D-A44C-E6F44EEBECAD}"/>
    <dgm:cxn modelId="{7883DBBB-B3C1-4777-A142-E03EE911B418}" type="presOf" srcId="{2CEBAE03-2D4B-4A53-997B-20542B433189}" destId="{63E9741B-DF19-45A8-8CB6-C7A2F79019D1}" srcOrd="0" destOrd="8" presId="urn:microsoft.com/office/officeart/2005/8/layout/vList2"/>
    <dgm:cxn modelId="{4C7829C4-E62E-4F69-9B0F-F97598A2DC60}" type="presOf" srcId="{E8CC150F-2420-4004-A369-CD213ABBB253}" destId="{63E9741B-DF19-45A8-8CB6-C7A2F79019D1}" srcOrd="0" destOrd="5" presId="urn:microsoft.com/office/officeart/2005/8/layout/vList2"/>
    <dgm:cxn modelId="{D9773AC9-8EF1-4AF9-84FB-C7832FD94377}" srcId="{8A209B4D-FF66-48B2-A586-35A4BC1AE26C}" destId="{6B4DC73B-F74B-48F0-B2E6-77961D4E8D71}" srcOrd="0" destOrd="0" parTransId="{F655901E-B245-4768-BCCD-014817EA96BA}" sibTransId="{52609BF7-767D-4FA6-9FF7-CDA1B7EFC8B7}"/>
    <dgm:cxn modelId="{675662C9-6C4F-447D-AE51-DFFF3D51FDD5}" srcId="{FB9F48FD-12A7-483E-A301-CA742F7F8A58}" destId="{C76562A1-FBAD-41BA-B29A-670F319F58EB}" srcOrd="1" destOrd="0" parTransId="{4C68484E-B4D4-4CE0-9631-8A2AAAE39CA5}" sibTransId="{F3FC50A1-CFA3-49C5-A206-5E46301F82D2}"/>
    <dgm:cxn modelId="{1BAF6DD2-1EC3-46B5-9515-881B9BA8B079}" type="presOf" srcId="{C6E67950-E86D-47E3-840D-5CD9AD896F20}" destId="{AFCA0DEB-DD95-40C8-B457-91FC683EC0BA}" srcOrd="0" destOrd="0" presId="urn:microsoft.com/office/officeart/2005/8/layout/vList2"/>
    <dgm:cxn modelId="{E5314EDD-2B3F-4376-BE63-F3E36B0E098E}" srcId="{EBF30D25-A690-4A4D-9C64-F800CF093C3D}" destId="{B7B42B4F-C4D6-40D1-97CE-B6250532743B}" srcOrd="0" destOrd="0" parTransId="{2CF3819A-6041-498D-BA53-6E261C2F2B33}" sibTransId="{9C1B7FFF-7048-4766-8237-015B9F5E6756}"/>
    <dgm:cxn modelId="{2BC785DF-9FCD-4A23-AA07-3E5ED4DE396B}" type="presOf" srcId="{6B4DC73B-F74B-48F0-B2E6-77961D4E8D71}" destId="{63E9741B-DF19-45A8-8CB6-C7A2F79019D1}" srcOrd="0" destOrd="1" presId="urn:microsoft.com/office/officeart/2005/8/layout/vList2"/>
    <dgm:cxn modelId="{FDDF1BE6-3552-4833-A47F-8D9FB3A63E78}" srcId="{C76562A1-FBAD-41BA-B29A-670F319F58EB}" destId="{EBF30D25-A690-4A4D-9C64-F800CF093C3D}" srcOrd="1" destOrd="0" parTransId="{685AA6BB-A76A-4D2E-A1D7-940D054F9006}" sibTransId="{C8CF8B5F-82A0-4D7D-B652-F744468FB286}"/>
    <dgm:cxn modelId="{ECFE49F5-07C3-4046-A2DE-F8FE4679A901}" type="presOf" srcId="{B7B42B4F-C4D6-40D1-97CE-B6250532743B}" destId="{63E9741B-DF19-45A8-8CB6-C7A2F79019D1}" srcOrd="0" destOrd="3" presId="urn:microsoft.com/office/officeart/2005/8/layout/vList2"/>
    <dgm:cxn modelId="{B8A129F6-CF23-44E4-9B33-B2122E166880}" type="presOf" srcId="{9955B8EB-C42F-46AD-A79B-FC2833070A4A}" destId="{63E9741B-DF19-45A8-8CB6-C7A2F79019D1}" srcOrd="0" destOrd="7" presId="urn:microsoft.com/office/officeart/2005/8/layout/vList2"/>
    <dgm:cxn modelId="{0632E0FB-1E3D-4A99-A13A-BC8D3547264D}" type="presOf" srcId="{1CA113FB-F1F7-489F-81B5-0B7ECBD26EC5}" destId="{63E9741B-DF19-45A8-8CB6-C7A2F79019D1}" srcOrd="0" destOrd="6" presId="urn:microsoft.com/office/officeart/2005/8/layout/vList2"/>
    <dgm:cxn modelId="{68F7497A-71BB-47CD-9427-7551C8F53E79}" type="presParOf" srcId="{64DAC74F-FADA-4393-B5EE-628C24EA707D}" destId="{AFCA0DEB-DD95-40C8-B457-91FC683EC0BA}" srcOrd="0" destOrd="0" presId="urn:microsoft.com/office/officeart/2005/8/layout/vList2"/>
    <dgm:cxn modelId="{24D2F220-4317-41FC-A8D0-7702CB049F9F}" type="presParOf" srcId="{64DAC74F-FADA-4393-B5EE-628C24EA707D}" destId="{4C1FFAA8-0FD0-4437-94A6-B29C1A6EA9A7}" srcOrd="1" destOrd="0" presId="urn:microsoft.com/office/officeart/2005/8/layout/vList2"/>
    <dgm:cxn modelId="{3691DA7C-278D-47E2-8A5F-49E635CB27CC}" type="presParOf" srcId="{64DAC74F-FADA-4393-B5EE-628C24EA707D}" destId="{4E897228-7E60-4F7B-80F3-8DABA7833993}" srcOrd="2" destOrd="0" presId="urn:microsoft.com/office/officeart/2005/8/layout/vList2"/>
    <dgm:cxn modelId="{7F796090-A40F-4307-A0BB-F08EC88E6A0B}" type="presParOf" srcId="{64DAC74F-FADA-4393-B5EE-628C24EA707D}" destId="{63E9741B-DF19-45A8-8CB6-C7A2F79019D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9F48FD-12A7-483E-A301-CA742F7F8A5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B42B4F-C4D6-40D1-97CE-B6250532743B}">
      <dgm:prSet custT="1"/>
      <dgm:spPr/>
      <dgm:t>
        <a:bodyPr/>
        <a:lstStyle/>
        <a:p>
          <a:r>
            <a:rPr lang="zh-TW" altLang="en-US" sz="1800" dirty="0"/>
            <a:t>無新進度</a:t>
          </a:r>
          <a:endParaRPr lang="en-US" sz="1800" dirty="0"/>
        </a:p>
      </dgm:t>
    </dgm:pt>
    <dgm:pt modelId="{2CF3819A-6041-498D-BA53-6E261C2F2B33}" type="parTrans" cxnId="{E5314EDD-2B3F-4376-BE63-F3E36B0E098E}">
      <dgm:prSet/>
      <dgm:spPr/>
      <dgm:t>
        <a:bodyPr/>
        <a:lstStyle/>
        <a:p>
          <a:endParaRPr lang="zh-TW" altLang="en-US"/>
        </a:p>
      </dgm:t>
    </dgm:pt>
    <dgm:pt modelId="{9C1B7FFF-7048-4766-8237-015B9F5E6756}" type="sibTrans" cxnId="{E5314EDD-2B3F-4376-BE63-F3E36B0E098E}">
      <dgm:prSet/>
      <dgm:spPr/>
      <dgm:t>
        <a:bodyPr/>
        <a:lstStyle/>
        <a:p>
          <a:endParaRPr lang="zh-TW" altLang="en-US"/>
        </a:p>
      </dgm:t>
    </dgm:pt>
    <dgm:pt modelId="{AECA8481-08B3-4869-9E9E-F9D2B8888158}">
      <dgm:prSet custT="1"/>
      <dgm:spPr/>
      <dgm:t>
        <a:bodyPr/>
        <a:lstStyle/>
        <a:p>
          <a:r>
            <a:rPr lang="en-US" altLang="zh-TW" sz="1800" dirty="0"/>
            <a:t>TSC</a:t>
          </a:r>
          <a:endParaRPr lang="en-US" sz="1800" dirty="0"/>
        </a:p>
      </dgm:t>
    </dgm:pt>
    <dgm:pt modelId="{B6926CB2-4833-4C64-BDE1-2F9F68305141}" type="parTrans" cxnId="{BC0E1FA0-B566-4140-BE51-E973281A6615}">
      <dgm:prSet/>
      <dgm:spPr/>
      <dgm:t>
        <a:bodyPr/>
        <a:lstStyle/>
        <a:p>
          <a:endParaRPr lang="zh-TW" altLang="en-US"/>
        </a:p>
      </dgm:t>
    </dgm:pt>
    <dgm:pt modelId="{D4C55C52-2D50-4507-A2FC-628758E8C643}" type="sibTrans" cxnId="{BC0E1FA0-B566-4140-BE51-E973281A6615}">
      <dgm:prSet/>
      <dgm:spPr/>
      <dgm:t>
        <a:bodyPr/>
        <a:lstStyle/>
        <a:p>
          <a:endParaRPr lang="zh-TW" altLang="en-US"/>
        </a:p>
      </dgm:t>
    </dgm:pt>
    <dgm:pt modelId="{9955B8EB-C42F-46AD-A79B-FC2833070A4A}">
      <dgm:prSet custT="1"/>
      <dgm:spPr/>
      <dgm:t>
        <a:bodyPr/>
        <a:lstStyle/>
        <a:p>
          <a:r>
            <a:rPr lang="en-US" altLang="zh-TW" sz="1800" dirty="0"/>
            <a:t>TSC</a:t>
          </a:r>
          <a:r>
            <a:rPr lang="zh-TW" altLang="en-US" sz="1800" dirty="0"/>
            <a:t> 使用手冊 問答機器人功能撰寫</a:t>
          </a:r>
          <a:endParaRPr lang="en-US" sz="1800" dirty="0"/>
        </a:p>
      </dgm:t>
    </dgm:pt>
    <dgm:pt modelId="{E589EEC5-9417-46F1-9684-A86C7480FB25}" type="parTrans" cxnId="{A2312E2B-B840-4D00-B1C5-44249D2CBC2F}">
      <dgm:prSet/>
      <dgm:spPr/>
      <dgm:t>
        <a:bodyPr/>
        <a:lstStyle/>
        <a:p>
          <a:endParaRPr lang="zh-TW" altLang="en-US"/>
        </a:p>
      </dgm:t>
    </dgm:pt>
    <dgm:pt modelId="{74C186E5-2ACB-4216-B8CB-E13602326007}" type="sibTrans" cxnId="{A2312E2B-B840-4D00-B1C5-44249D2CBC2F}">
      <dgm:prSet/>
      <dgm:spPr/>
      <dgm:t>
        <a:bodyPr/>
        <a:lstStyle/>
        <a:p>
          <a:endParaRPr lang="zh-TW" altLang="en-US"/>
        </a:p>
      </dgm:t>
    </dgm:pt>
    <dgm:pt modelId="{E8CC150F-2420-4004-A369-CD213ABBB253}">
      <dgm:prSet custT="1"/>
      <dgm:spPr/>
      <dgm:t>
        <a:bodyPr/>
        <a:lstStyle/>
        <a:p>
          <a:r>
            <a:rPr lang="zh-TW" altLang="en-US" sz="1800" dirty="0"/>
            <a:t>韓鄒討論  </a:t>
          </a:r>
          <a:r>
            <a:rPr lang="en-US" altLang="zh-TW" sz="1800" dirty="0"/>
            <a:t>or-tools</a:t>
          </a:r>
          <a:r>
            <a:rPr lang="zh-TW" altLang="en-US" sz="1800" dirty="0"/>
            <a:t> 使用研究</a:t>
          </a:r>
          <a:r>
            <a:rPr lang="en-US" altLang="zh-TW" sz="1800" dirty="0"/>
            <a:t>, </a:t>
          </a:r>
          <a:r>
            <a:rPr lang="zh-TW" altLang="en-US" sz="1800" dirty="0"/>
            <a:t>本周沒進度</a:t>
          </a:r>
          <a:endParaRPr lang="en-US" sz="1800" dirty="0"/>
        </a:p>
      </dgm:t>
    </dgm:pt>
    <dgm:pt modelId="{CE4CA662-DF47-4C4F-B699-F6BA32771A33}" type="parTrans" cxnId="{164A80A2-96D5-44E9-96D1-36C9AABF4D24}">
      <dgm:prSet/>
      <dgm:spPr/>
      <dgm:t>
        <a:bodyPr/>
        <a:lstStyle/>
        <a:p>
          <a:endParaRPr lang="zh-TW" altLang="en-US"/>
        </a:p>
      </dgm:t>
    </dgm:pt>
    <dgm:pt modelId="{9C33FE59-B799-479B-A84B-0C36EA904122}" type="sibTrans" cxnId="{164A80A2-96D5-44E9-96D1-36C9AABF4D24}">
      <dgm:prSet/>
      <dgm:spPr/>
      <dgm:t>
        <a:bodyPr/>
        <a:lstStyle/>
        <a:p>
          <a:endParaRPr lang="zh-TW" altLang="en-US"/>
        </a:p>
      </dgm:t>
    </dgm:pt>
    <dgm:pt modelId="{EBF30D25-A690-4A4D-9C64-F800CF093C3D}">
      <dgm:prSet custT="1"/>
      <dgm:spPr/>
      <dgm:t>
        <a:bodyPr/>
        <a:lstStyle/>
        <a:p>
          <a:r>
            <a:rPr lang="en-US" sz="1800" dirty="0"/>
            <a:t>MCS</a:t>
          </a:r>
        </a:p>
      </dgm:t>
    </dgm:pt>
    <dgm:pt modelId="{685AA6BB-A76A-4D2E-A1D7-940D054F9006}" type="parTrans" cxnId="{FDDF1BE6-3552-4833-A47F-8D9FB3A63E78}">
      <dgm:prSet/>
      <dgm:spPr/>
      <dgm:t>
        <a:bodyPr/>
        <a:lstStyle/>
        <a:p>
          <a:endParaRPr lang="zh-TW" altLang="en-US"/>
        </a:p>
      </dgm:t>
    </dgm:pt>
    <dgm:pt modelId="{C8CF8B5F-82A0-4D7D-B652-F744468FB286}" type="sibTrans" cxnId="{FDDF1BE6-3552-4833-A47F-8D9FB3A63E78}">
      <dgm:prSet/>
      <dgm:spPr/>
      <dgm:t>
        <a:bodyPr/>
        <a:lstStyle/>
        <a:p>
          <a:endParaRPr lang="zh-TW" altLang="en-US"/>
        </a:p>
      </dgm:t>
    </dgm:pt>
    <dgm:pt modelId="{1CA113FB-F1F7-489F-81B5-0B7ECBD26EC5}">
      <dgm:prSet custT="1"/>
      <dgm:spPr/>
      <dgm:t>
        <a:bodyPr/>
        <a:lstStyle/>
        <a:p>
          <a:r>
            <a:rPr lang="zh-TW" altLang="en-US" sz="1800" dirty="0"/>
            <a:t>客服問答機器人</a:t>
          </a:r>
          <a:endParaRPr lang="en-US" sz="1800" dirty="0"/>
        </a:p>
      </dgm:t>
    </dgm:pt>
    <dgm:pt modelId="{D2DD603F-9FB5-4BFF-8E7A-954114481AFF}" type="sibTrans" cxnId="{5591D25E-433C-4B02-B0CD-EA9C768A4BB9}">
      <dgm:prSet/>
      <dgm:spPr/>
      <dgm:t>
        <a:bodyPr/>
        <a:lstStyle/>
        <a:p>
          <a:endParaRPr lang="zh-TW" altLang="en-US"/>
        </a:p>
      </dgm:t>
    </dgm:pt>
    <dgm:pt modelId="{A70C5CFF-0CEF-4266-8FA1-BFCA3BDC241C}" type="parTrans" cxnId="{5591D25E-433C-4B02-B0CD-EA9C768A4BB9}">
      <dgm:prSet/>
      <dgm:spPr/>
      <dgm:t>
        <a:bodyPr/>
        <a:lstStyle/>
        <a:p>
          <a:endParaRPr lang="zh-TW" altLang="en-US"/>
        </a:p>
      </dgm:t>
    </dgm:pt>
    <dgm:pt modelId="{6B4DC73B-F74B-48F0-B2E6-77961D4E8D71}">
      <dgm:prSet custT="1"/>
      <dgm:spPr/>
      <dgm:t>
        <a:bodyPr/>
        <a:lstStyle/>
        <a:p>
          <a:r>
            <a:rPr lang="zh-TW" altLang="en-US" sz="1800" dirty="0"/>
            <a:t>無新進度</a:t>
          </a:r>
          <a:endParaRPr lang="en-US" sz="1800" dirty="0"/>
        </a:p>
      </dgm:t>
    </dgm:pt>
    <dgm:pt modelId="{52609BF7-767D-4FA6-9FF7-CDA1B7EFC8B7}" type="sibTrans" cxnId="{D9773AC9-8EF1-4AF9-84FB-C7832FD94377}">
      <dgm:prSet/>
      <dgm:spPr/>
      <dgm:t>
        <a:bodyPr/>
        <a:lstStyle/>
        <a:p>
          <a:endParaRPr lang="zh-TW" altLang="en-US"/>
        </a:p>
      </dgm:t>
    </dgm:pt>
    <dgm:pt modelId="{F655901E-B245-4768-BCCD-014817EA96BA}" type="parTrans" cxnId="{D9773AC9-8EF1-4AF9-84FB-C7832FD94377}">
      <dgm:prSet/>
      <dgm:spPr/>
      <dgm:t>
        <a:bodyPr/>
        <a:lstStyle/>
        <a:p>
          <a:endParaRPr lang="zh-TW" altLang="en-US"/>
        </a:p>
      </dgm:t>
    </dgm:pt>
    <dgm:pt modelId="{2CEBAE03-2D4B-4A53-997B-20542B433189}">
      <dgm:prSet custT="1"/>
      <dgm:spPr/>
      <dgm:t>
        <a:bodyPr/>
        <a:lstStyle/>
        <a:p>
          <a:r>
            <a:rPr lang="zh-TW" altLang="en-US" sz="1800" dirty="0"/>
            <a:t>熟悉 </a:t>
          </a:r>
          <a:r>
            <a:rPr lang="en-US" altLang="zh-TW" sz="1800" dirty="0" err="1"/>
            <a:t>dify</a:t>
          </a:r>
          <a:r>
            <a:rPr lang="en-US" altLang="zh-TW" sz="1800" dirty="0"/>
            <a:t> </a:t>
          </a:r>
          <a:r>
            <a:rPr lang="zh-TW" altLang="en-US" sz="1800" dirty="0"/>
            <a:t>功能</a:t>
          </a:r>
          <a:r>
            <a:rPr lang="en-US" altLang="zh-TW" sz="1800" dirty="0"/>
            <a:t>,</a:t>
          </a:r>
          <a:r>
            <a:rPr lang="zh-TW" altLang="en-US" sz="1800" dirty="0"/>
            <a:t> 並傳寫程式測試自動問答</a:t>
          </a:r>
          <a:r>
            <a:rPr lang="en-US" altLang="zh-TW" sz="1800" dirty="0"/>
            <a:t>, </a:t>
          </a:r>
          <a:r>
            <a:rPr lang="zh-TW" altLang="en-US" sz="1800" dirty="0"/>
            <a:t>測試問答部分</a:t>
          </a:r>
          <a:endParaRPr lang="en-US" sz="1800" dirty="0"/>
        </a:p>
      </dgm:t>
    </dgm:pt>
    <dgm:pt modelId="{D9CD95DD-52F8-4848-A43F-C380AAB452DB}" type="parTrans" cxnId="{36F2DB2C-4CD3-45B6-85E3-4127052050DA}">
      <dgm:prSet/>
      <dgm:spPr/>
      <dgm:t>
        <a:bodyPr/>
        <a:lstStyle/>
        <a:p>
          <a:endParaRPr lang="zh-TW" altLang="en-US"/>
        </a:p>
      </dgm:t>
    </dgm:pt>
    <dgm:pt modelId="{DDEC7945-AAF6-4024-BDF4-1928854A235D}" type="sibTrans" cxnId="{36F2DB2C-4CD3-45B6-85E3-4127052050DA}">
      <dgm:prSet/>
      <dgm:spPr/>
      <dgm:t>
        <a:bodyPr/>
        <a:lstStyle/>
        <a:p>
          <a:endParaRPr lang="zh-TW" altLang="en-US"/>
        </a:p>
      </dgm:t>
    </dgm:pt>
    <dgm:pt modelId="{C6E67950-E86D-47E3-840D-5CD9AD896F20}">
      <dgm:prSet custT="1"/>
      <dgm:spPr/>
      <dgm:t>
        <a:bodyPr/>
        <a:lstStyle/>
        <a:p>
          <a:pPr algn="ctr"/>
          <a:r>
            <a:rPr lang="en-US" altLang="zh-TW" sz="2400" dirty="0"/>
            <a:t>Pe</a:t>
          </a:r>
          <a:r>
            <a:rPr lang="en-US" sz="2400" b="0" i="0" dirty="0"/>
            <a:t>riod</a:t>
          </a:r>
          <a:r>
            <a:rPr lang="en-US" sz="2400" dirty="0"/>
            <a:t>:</a:t>
          </a:r>
          <a:r>
            <a:rPr lang="zh-TW" sz="2400" dirty="0"/>
            <a:t> </a:t>
          </a:r>
          <a:r>
            <a:rPr lang="en-US" altLang="zh-TW" sz="2400" dirty="0"/>
            <a:t>###Date1####</a:t>
          </a:r>
          <a:r>
            <a:rPr lang="en-US" sz="2400" dirty="0"/>
            <a:t> ~ </a:t>
          </a:r>
          <a:r>
            <a:rPr lang="en-US" altLang="zh-TW" sz="2400" dirty="0"/>
            <a:t>###Date2####</a:t>
          </a:r>
          <a:endParaRPr lang="en-US" sz="2400" dirty="0"/>
        </a:p>
      </dgm:t>
    </dgm:pt>
    <dgm:pt modelId="{8EB9F5D1-DD70-4ED8-9A8D-E32D0F6F2443}" type="sibTrans" cxnId="{37475387-22BF-4607-B226-D9A453F89C24}">
      <dgm:prSet/>
      <dgm:spPr/>
      <dgm:t>
        <a:bodyPr/>
        <a:lstStyle/>
        <a:p>
          <a:endParaRPr lang="en-US"/>
        </a:p>
      </dgm:t>
    </dgm:pt>
    <dgm:pt modelId="{E5E9F184-A0A2-42B6-B8BA-20274D307B80}" type="parTrans" cxnId="{37475387-22BF-4607-B226-D9A453F89C24}">
      <dgm:prSet/>
      <dgm:spPr/>
      <dgm:t>
        <a:bodyPr/>
        <a:lstStyle/>
        <a:p>
          <a:endParaRPr lang="en-US"/>
        </a:p>
      </dgm:t>
    </dgm:pt>
    <dgm:pt modelId="{8A209B4D-FF66-48B2-A586-35A4BC1AE26C}">
      <dgm:prSet custT="1"/>
      <dgm:spPr/>
      <dgm:t>
        <a:bodyPr/>
        <a:lstStyle/>
        <a:p>
          <a:r>
            <a:rPr lang="en-US" sz="1800" dirty="0"/>
            <a:t>RTD</a:t>
          </a:r>
          <a:r>
            <a:rPr lang="zh-TW" sz="1800" dirty="0"/>
            <a:t> </a:t>
          </a:r>
          <a:endParaRPr lang="en-US" sz="1800" dirty="0"/>
        </a:p>
      </dgm:t>
    </dgm:pt>
    <dgm:pt modelId="{058AC018-CC4B-4C3D-A44C-E6F44EEBECAD}" type="sibTrans" cxnId="{E0FC16A8-85F6-4DA5-9B69-63F6CF9E1144}">
      <dgm:prSet/>
      <dgm:spPr/>
      <dgm:t>
        <a:bodyPr/>
        <a:lstStyle/>
        <a:p>
          <a:endParaRPr lang="en-US"/>
        </a:p>
      </dgm:t>
    </dgm:pt>
    <dgm:pt modelId="{6404D407-0B4D-4502-A706-C88F846B3FBF}" type="parTrans" cxnId="{E0FC16A8-85F6-4DA5-9B69-63F6CF9E1144}">
      <dgm:prSet/>
      <dgm:spPr/>
      <dgm:t>
        <a:bodyPr/>
        <a:lstStyle/>
        <a:p>
          <a:endParaRPr lang="en-US"/>
        </a:p>
      </dgm:t>
    </dgm:pt>
    <dgm:pt modelId="{C76562A1-FBAD-41BA-B29A-670F319F58EB}">
      <dgm:prSet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altLang="zh-TW" sz="2800" b="0" i="0" dirty="0"/>
            <a:t>Plan</a:t>
          </a:r>
          <a:r>
            <a:rPr lang="en-US" sz="2800" b="0" i="0" dirty="0"/>
            <a:t> task description</a:t>
          </a:r>
          <a:r>
            <a:rPr lang="en-US" sz="2800" dirty="0"/>
            <a:t>:</a:t>
          </a:r>
        </a:p>
      </dgm:t>
    </dgm:pt>
    <dgm:pt modelId="{F3FC50A1-CFA3-49C5-A206-5E46301F82D2}" type="sibTrans" cxnId="{675662C9-6C4F-447D-AE51-DFFF3D51FDD5}">
      <dgm:prSet/>
      <dgm:spPr/>
      <dgm:t>
        <a:bodyPr/>
        <a:lstStyle/>
        <a:p>
          <a:endParaRPr lang="en-US"/>
        </a:p>
      </dgm:t>
    </dgm:pt>
    <dgm:pt modelId="{4C68484E-B4D4-4CE0-9631-8A2AAAE39CA5}" type="parTrans" cxnId="{675662C9-6C4F-447D-AE51-DFFF3D51FDD5}">
      <dgm:prSet/>
      <dgm:spPr/>
      <dgm:t>
        <a:bodyPr/>
        <a:lstStyle/>
        <a:p>
          <a:endParaRPr lang="en-US"/>
        </a:p>
      </dgm:t>
    </dgm:pt>
    <dgm:pt modelId="{64DAC74F-FADA-4393-B5EE-628C24EA707D}" type="pres">
      <dgm:prSet presAssocID="{FB9F48FD-12A7-483E-A301-CA742F7F8A58}" presName="linear" presStyleCnt="0">
        <dgm:presLayoutVars>
          <dgm:animLvl val="lvl"/>
          <dgm:resizeHandles val="exact"/>
        </dgm:presLayoutVars>
      </dgm:prSet>
      <dgm:spPr/>
    </dgm:pt>
    <dgm:pt modelId="{AFCA0DEB-DD95-40C8-B457-91FC683EC0BA}" type="pres">
      <dgm:prSet presAssocID="{C6E67950-E86D-47E3-840D-5CD9AD896F20}" presName="parentText" presStyleLbl="node1" presStyleIdx="0" presStyleCnt="2" custLinFactNeighborX="-12529" custLinFactNeighborY="40164">
        <dgm:presLayoutVars>
          <dgm:chMax val="0"/>
          <dgm:bulletEnabled val="1"/>
        </dgm:presLayoutVars>
      </dgm:prSet>
      <dgm:spPr/>
    </dgm:pt>
    <dgm:pt modelId="{4C1FFAA8-0FD0-4437-94A6-B29C1A6EA9A7}" type="pres">
      <dgm:prSet presAssocID="{8EB9F5D1-DD70-4ED8-9A8D-E32D0F6F2443}" presName="spacer" presStyleCnt="0"/>
      <dgm:spPr/>
    </dgm:pt>
    <dgm:pt modelId="{4E897228-7E60-4F7B-80F3-8DABA7833993}" type="pres">
      <dgm:prSet presAssocID="{C76562A1-FBAD-41BA-B29A-670F319F58EB}" presName="parentText" presStyleLbl="node1" presStyleIdx="1" presStyleCnt="2" custLinFactNeighborY="-1507">
        <dgm:presLayoutVars>
          <dgm:chMax val="0"/>
          <dgm:bulletEnabled val="1"/>
        </dgm:presLayoutVars>
      </dgm:prSet>
      <dgm:spPr/>
    </dgm:pt>
    <dgm:pt modelId="{63E9741B-DF19-45A8-8CB6-C7A2F79019D1}" type="pres">
      <dgm:prSet presAssocID="{C76562A1-FBAD-41BA-B29A-670F319F58E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0978215-EB58-4049-9D96-96A86C5402D1}" type="presOf" srcId="{FB9F48FD-12A7-483E-A301-CA742F7F8A58}" destId="{64DAC74F-FADA-4393-B5EE-628C24EA707D}" srcOrd="0" destOrd="0" presId="urn:microsoft.com/office/officeart/2005/8/layout/vList2"/>
    <dgm:cxn modelId="{A2312E2B-B840-4D00-B1C5-44249D2CBC2F}" srcId="{1CA113FB-F1F7-489F-81B5-0B7ECBD26EC5}" destId="{9955B8EB-C42F-46AD-A79B-FC2833070A4A}" srcOrd="0" destOrd="0" parTransId="{E589EEC5-9417-46F1-9684-A86C7480FB25}" sibTransId="{74C186E5-2ACB-4216-B8CB-E13602326007}"/>
    <dgm:cxn modelId="{36F2DB2C-4CD3-45B6-85E3-4127052050DA}" srcId="{1CA113FB-F1F7-489F-81B5-0B7ECBD26EC5}" destId="{2CEBAE03-2D4B-4A53-997B-20542B433189}" srcOrd="1" destOrd="0" parTransId="{D9CD95DD-52F8-4848-A43F-C380AAB452DB}" sibTransId="{DDEC7945-AAF6-4024-BDF4-1928854A235D}"/>
    <dgm:cxn modelId="{38960D3C-19B0-4E2A-A699-24A0D549B0B7}" type="presOf" srcId="{EBF30D25-A690-4A4D-9C64-F800CF093C3D}" destId="{63E9741B-DF19-45A8-8CB6-C7A2F79019D1}" srcOrd="0" destOrd="2" presId="urn:microsoft.com/office/officeart/2005/8/layout/vList2"/>
    <dgm:cxn modelId="{D5B5503D-E60D-4BB1-8589-168311443226}" type="presOf" srcId="{8A209B4D-FF66-48B2-A586-35A4BC1AE26C}" destId="{63E9741B-DF19-45A8-8CB6-C7A2F79019D1}" srcOrd="0" destOrd="0" presId="urn:microsoft.com/office/officeart/2005/8/layout/vList2"/>
    <dgm:cxn modelId="{5591D25E-433C-4B02-B0CD-EA9C768A4BB9}" srcId="{C76562A1-FBAD-41BA-B29A-670F319F58EB}" destId="{1CA113FB-F1F7-489F-81B5-0B7ECBD26EC5}" srcOrd="3" destOrd="0" parTransId="{A70C5CFF-0CEF-4266-8FA1-BFCA3BDC241C}" sibTransId="{D2DD603F-9FB5-4BFF-8E7A-954114481AFF}"/>
    <dgm:cxn modelId="{95585650-DBB3-4DB3-99BE-412E6B3DCD50}" type="presOf" srcId="{AECA8481-08B3-4869-9E9E-F9D2B8888158}" destId="{63E9741B-DF19-45A8-8CB6-C7A2F79019D1}" srcOrd="0" destOrd="4" presId="urn:microsoft.com/office/officeart/2005/8/layout/vList2"/>
    <dgm:cxn modelId="{37475387-22BF-4607-B226-D9A453F89C24}" srcId="{FB9F48FD-12A7-483E-A301-CA742F7F8A58}" destId="{C6E67950-E86D-47E3-840D-5CD9AD896F20}" srcOrd="0" destOrd="0" parTransId="{E5E9F184-A0A2-42B6-B8BA-20274D307B80}" sibTransId="{8EB9F5D1-DD70-4ED8-9A8D-E32D0F6F2443}"/>
    <dgm:cxn modelId="{2399119A-6936-4E3A-900C-5B68A5C6E3A4}" type="presOf" srcId="{C76562A1-FBAD-41BA-B29A-670F319F58EB}" destId="{4E897228-7E60-4F7B-80F3-8DABA7833993}" srcOrd="0" destOrd="0" presId="urn:microsoft.com/office/officeart/2005/8/layout/vList2"/>
    <dgm:cxn modelId="{BC0E1FA0-B566-4140-BE51-E973281A6615}" srcId="{C76562A1-FBAD-41BA-B29A-670F319F58EB}" destId="{AECA8481-08B3-4869-9E9E-F9D2B8888158}" srcOrd="2" destOrd="0" parTransId="{B6926CB2-4833-4C64-BDE1-2F9F68305141}" sibTransId="{D4C55C52-2D50-4507-A2FC-628758E8C643}"/>
    <dgm:cxn modelId="{164A80A2-96D5-44E9-96D1-36C9AABF4D24}" srcId="{AECA8481-08B3-4869-9E9E-F9D2B8888158}" destId="{E8CC150F-2420-4004-A369-CD213ABBB253}" srcOrd="0" destOrd="0" parTransId="{CE4CA662-DF47-4C4F-B699-F6BA32771A33}" sibTransId="{9C33FE59-B799-479B-A84B-0C36EA904122}"/>
    <dgm:cxn modelId="{E0FC16A8-85F6-4DA5-9B69-63F6CF9E1144}" srcId="{C76562A1-FBAD-41BA-B29A-670F319F58EB}" destId="{8A209B4D-FF66-48B2-A586-35A4BC1AE26C}" srcOrd="0" destOrd="0" parTransId="{6404D407-0B4D-4502-A706-C88F846B3FBF}" sibTransId="{058AC018-CC4B-4C3D-A44C-E6F44EEBECAD}"/>
    <dgm:cxn modelId="{7883DBBB-B3C1-4777-A142-E03EE911B418}" type="presOf" srcId="{2CEBAE03-2D4B-4A53-997B-20542B433189}" destId="{63E9741B-DF19-45A8-8CB6-C7A2F79019D1}" srcOrd="0" destOrd="8" presId="urn:microsoft.com/office/officeart/2005/8/layout/vList2"/>
    <dgm:cxn modelId="{4C7829C4-E62E-4F69-9B0F-F97598A2DC60}" type="presOf" srcId="{E8CC150F-2420-4004-A369-CD213ABBB253}" destId="{63E9741B-DF19-45A8-8CB6-C7A2F79019D1}" srcOrd="0" destOrd="5" presId="urn:microsoft.com/office/officeart/2005/8/layout/vList2"/>
    <dgm:cxn modelId="{D9773AC9-8EF1-4AF9-84FB-C7832FD94377}" srcId="{8A209B4D-FF66-48B2-A586-35A4BC1AE26C}" destId="{6B4DC73B-F74B-48F0-B2E6-77961D4E8D71}" srcOrd="0" destOrd="0" parTransId="{F655901E-B245-4768-BCCD-014817EA96BA}" sibTransId="{52609BF7-767D-4FA6-9FF7-CDA1B7EFC8B7}"/>
    <dgm:cxn modelId="{675662C9-6C4F-447D-AE51-DFFF3D51FDD5}" srcId="{FB9F48FD-12A7-483E-A301-CA742F7F8A58}" destId="{C76562A1-FBAD-41BA-B29A-670F319F58EB}" srcOrd="1" destOrd="0" parTransId="{4C68484E-B4D4-4CE0-9631-8A2AAAE39CA5}" sibTransId="{F3FC50A1-CFA3-49C5-A206-5E46301F82D2}"/>
    <dgm:cxn modelId="{1BAF6DD2-1EC3-46B5-9515-881B9BA8B079}" type="presOf" srcId="{C6E67950-E86D-47E3-840D-5CD9AD896F20}" destId="{AFCA0DEB-DD95-40C8-B457-91FC683EC0BA}" srcOrd="0" destOrd="0" presId="urn:microsoft.com/office/officeart/2005/8/layout/vList2"/>
    <dgm:cxn modelId="{E5314EDD-2B3F-4376-BE63-F3E36B0E098E}" srcId="{EBF30D25-A690-4A4D-9C64-F800CF093C3D}" destId="{B7B42B4F-C4D6-40D1-97CE-B6250532743B}" srcOrd="0" destOrd="0" parTransId="{2CF3819A-6041-498D-BA53-6E261C2F2B33}" sibTransId="{9C1B7FFF-7048-4766-8237-015B9F5E6756}"/>
    <dgm:cxn modelId="{2BC785DF-9FCD-4A23-AA07-3E5ED4DE396B}" type="presOf" srcId="{6B4DC73B-F74B-48F0-B2E6-77961D4E8D71}" destId="{63E9741B-DF19-45A8-8CB6-C7A2F79019D1}" srcOrd="0" destOrd="1" presId="urn:microsoft.com/office/officeart/2005/8/layout/vList2"/>
    <dgm:cxn modelId="{FDDF1BE6-3552-4833-A47F-8D9FB3A63E78}" srcId="{C76562A1-FBAD-41BA-B29A-670F319F58EB}" destId="{EBF30D25-A690-4A4D-9C64-F800CF093C3D}" srcOrd="1" destOrd="0" parTransId="{685AA6BB-A76A-4D2E-A1D7-940D054F9006}" sibTransId="{C8CF8B5F-82A0-4D7D-B652-F744468FB286}"/>
    <dgm:cxn modelId="{ECFE49F5-07C3-4046-A2DE-F8FE4679A901}" type="presOf" srcId="{B7B42B4F-C4D6-40D1-97CE-B6250532743B}" destId="{63E9741B-DF19-45A8-8CB6-C7A2F79019D1}" srcOrd="0" destOrd="3" presId="urn:microsoft.com/office/officeart/2005/8/layout/vList2"/>
    <dgm:cxn modelId="{B8A129F6-CF23-44E4-9B33-B2122E166880}" type="presOf" srcId="{9955B8EB-C42F-46AD-A79B-FC2833070A4A}" destId="{63E9741B-DF19-45A8-8CB6-C7A2F79019D1}" srcOrd="0" destOrd="7" presId="urn:microsoft.com/office/officeart/2005/8/layout/vList2"/>
    <dgm:cxn modelId="{0632E0FB-1E3D-4A99-A13A-BC8D3547264D}" type="presOf" srcId="{1CA113FB-F1F7-489F-81B5-0B7ECBD26EC5}" destId="{63E9741B-DF19-45A8-8CB6-C7A2F79019D1}" srcOrd="0" destOrd="6" presId="urn:microsoft.com/office/officeart/2005/8/layout/vList2"/>
    <dgm:cxn modelId="{68F7497A-71BB-47CD-9427-7551C8F53E79}" type="presParOf" srcId="{64DAC74F-FADA-4393-B5EE-628C24EA707D}" destId="{AFCA0DEB-DD95-40C8-B457-91FC683EC0BA}" srcOrd="0" destOrd="0" presId="urn:microsoft.com/office/officeart/2005/8/layout/vList2"/>
    <dgm:cxn modelId="{24D2F220-4317-41FC-A8D0-7702CB049F9F}" type="presParOf" srcId="{64DAC74F-FADA-4393-B5EE-628C24EA707D}" destId="{4C1FFAA8-0FD0-4437-94A6-B29C1A6EA9A7}" srcOrd="1" destOrd="0" presId="urn:microsoft.com/office/officeart/2005/8/layout/vList2"/>
    <dgm:cxn modelId="{3691DA7C-278D-47E2-8A5F-49E635CB27CC}" type="presParOf" srcId="{64DAC74F-FADA-4393-B5EE-628C24EA707D}" destId="{4E897228-7E60-4F7B-80F3-8DABA7833993}" srcOrd="2" destOrd="0" presId="urn:microsoft.com/office/officeart/2005/8/layout/vList2"/>
    <dgm:cxn modelId="{7F796090-A40F-4307-A0BB-F08EC88E6A0B}" type="presParOf" srcId="{64DAC74F-FADA-4393-B5EE-628C24EA707D}" destId="{63E9741B-DF19-45A8-8CB6-C7A2F79019D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0B73B1-18EA-4D51-9A9D-F3317AEED192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7548BB6-132C-467C-AFD0-74AE04A94D3A}">
      <dgm:prSet/>
      <dgm:spPr/>
      <dgm:t>
        <a:bodyPr/>
        <a:lstStyle/>
        <a:p>
          <a:r>
            <a:rPr lang="zh-TW" dirty="0"/>
            <a:t>參與</a:t>
          </a:r>
          <a:r>
            <a:rPr lang="zh-TW" altLang="en-US" dirty="0"/>
            <a:t>開發</a:t>
          </a:r>
          <a:r>
            <a:rPr lang="en-US" altLang="zh-TW" dirty="0"/>
            <a:t>/</a:t>
          </a:r>
          <a:r>
            <a:rPr lang="zh-TW" altLang="en-US" dirty="0"/>
            <a:t>重構</a:t>
          </a:r>
          <a:r>
            <a:rPr lang="zh-TW" dirty="0"/>
            <a:t> </a:t>
          </a:r>
          <a:r>
            <a:rPr lang="en-US" dirty="0"/>
            <a:t>MCS</a:t>
          </a:r>
          <a:r>
            <a:rPr lang="zh-TW" dirty="0"/>
            <a:t> 專案</a:t>
          </a:r>
          <a:endParaRPr lang="en-US" dirty="0"/>
        </a:p>
      </dgm:t>
    </dgm:pt>
    <dgm:pt modelId="{B33CCE73-CE20-4127-BB12-9125AF20CC62}" type="parTrans" cxnId="{8BC2B151-E32A-4592-8A4C-2EF4C535DAEB}">
      <dgm:prSet/>
      <dgm:spPr/>
      <dgm:t>
        <a:bodyPr/>
        <a:lstStyle/>
        <a:p>
          <a:endParaRPr lang="en-US"/>
        </a:p>
      </dgm:t>
    </dgm:pt>
    <dgm:pt modelId="{6F88A616-8208-4952-8955-963627A447E0}" type="sibTrans" cxnId="{8BC2B151-E32A-4592-8A4C-2EF4C535DAEB}">
      <dgm:prSet/>
      <dgm:spPr/>
      <dgm:t>
        <a:bodyPr/>
        <a:lstStyle/>
        <a:p>
          <a:endParaRPr lang="en-US"/>
        </a:p>
      </dgm:t>
    </dgm:pt>
    <dgm:pt modelId="{A53A5291-18DA-481C-A926-077E8A616E3F}">
      <dgm:prSet/>
      <dgm:spPr/>
      <dgm:t>
        <a:bodyPr/>
        <a:lstStyle/>
        <a:p>
          <a:r>
            <a:rPr lang="zh-TW" dirty="0"/>
            <a:t>參與</a:t>
          </a:r>
          <a:r>
            <a:rPr lang="zh-TW" altLang="en-US" dirty="0"/>
            <a:t>開發</a:t>
          </a:r>
          <a:r>
            <a:rPr lang="zh-TW" dirty="0"/>
            <a:t> </a:t>
          </a:r>
          <a:r>
            <a:rPr lang="en-US" dirty="0"/>
            <a:t>python RTD</a:t>
          </a:r>
          <a:r>
            <a:rPr lang="zh-TW" dirty="0"/>
            <a:t> 專案</a:t>
          </a:r>
          <a:endParaRPr lang="en-US" dirty="0"/>
        </a:p>
      </dgm:t>
    </dgm:pt>
    <dgm:pt modelId="{3A41103E-59BC-4FEF-AB0A-FE0BF7C4FE0F}" type="parTrans" cxnId="{B84E00D1-DD82-4CD5-B6BA-599EEDDCB3A1}">
      <dgm:prSet/>
      <dgm:spPr/>
      <dgm:t>
        <a:bodyPr/>
        <a:lstStyle/>
        <a:p>
          <a:endParaRPr lang="en-US"/>
        </a:p>
      </dgm:t>
    </dgm:pt>
    <dgm:pt modelId="{8CE9F573-27DF-4B83-8177-FD225C39235D}" type="sibTrans" cxnId="{B84E00D1-DD82-4CD5-B6BA-599EEDDCB3A1}">
      <dgm:prSet/>
      <dgm:spPr/>
      <dgm:t>
        <a:bodyPr/>
        <a:lstStyle/>
        <a:p>
          <a:endParaRPr lang="en-US"/>
        </a:p>
      </dgm:t>
    </dgm:pt>
    <dgm:pt modelId="{A1EB82F9-518E-41C1-911D-A890CB5D830B}">
      <dgm:prSet/>
      <dgm:spPr/>
      <dgm:t>
        <a:bodyPr/>
        <a:lstStyle/>
        <a:p>
          <a:r>
            <a:rPr lang="zh-TW" altLang="en-US" dirty="0"/>
            <a:t>研究</a:t>
          </a:r>
          <a:r>
            <a:rPr lang="en-US" altLang="zh-TW" dirty="0"/>
            <a:t>/</a:t>
          </a:r>
          <a:r>
            <a:rPr lang="zh-TW" altLang="en-US" dirty="0"/>
            <a:t>實現  客戶服務機器人</a:t>
          </a:r>
          <a:endParaRPr lang="en-US" dirty="0"/>
        </a:p>
      </dgm:t>
    </dgm:pt>
    <dgm:pt modelId="{3F8055AC-CB7A-480B-9A27-FACBBF3A1F87}" type="parTrans" cxnId="{631C4517-5109-40AA-AD31-B3DF48BDB60A}">
      <dgm:prSet/>
      <dgm:spPr/>
      <dgm:t>
        <a:bodyPr/>
        <a:lstStyle/>
        <a:p>
          <a:endParaRPr lang="zh-TW" altLang="en-US"/>
        </a:p>
      </dgm:t>
    </dgm:pt>
    <dgm:pt modelId="{5B8EECD8-EBB6-4390-8053-EA13FA6E17A7}" type="sibTrans" cxnId="{631C4517-5109-40AA-AD31-B3DF48BDB60A}">
      <dgm:prSet/>
      <dgm:spPr/>
      <dgm:t>
        <a:bodyPr/>
        <a:lstStyle/>
        <a:p>
          <a:endParaRPr lang="zh-TW" altLang="en-US"/>
        </a:p>
      </dgm:t>
    </dgm:pt>
    <dgm:pt modelId="{BA2D7A45-62EA-4B39-B3B8-25A651224E91}" type="pres">
      <dgm:prSet presAssocID="{C90B73B1-18EA-4D51-9A9D-F3317AEED192}" presName="linear" presStyleCnt="0">
        <dgm:presLayoutVars>
          <dgm:dir/>
          <dgm:animLvl val="lvl"/>
          <dgm:resizeHandles val="exact"/>
        </dgm:presLayoutVars>
      </dgm:prSet>
      <dgm:spPr/>
    </dgm:pt>
    <dgm:pt modelId="{89D43C38-1668-4169-8DD1-0EB53761D510}" type="pres">
      <dgm:prSet presAssocID="{77548BB6-132C-467C-AFD0-74AE04A94D3A}" presName="parentLin" presStyleCnt="0"/>
      <dgm:spPr/>
    </dgm:pt>
    <dgm:pt modelId="{6A299060-8C70-4F85-ADF6-19C8E0590617}" type="pres">
      <dgm:prSet presAssocID="{77548BB6-132C-467C-AFD0-74AE04A94D3A}" presName="parentLeftMargin" presStyleLbl="node1" presStyleIdx="0" presStyleCnt="3"/>
      <dgm:spPr/>
    </dgm:pt>
    <dgm:pt modelId="{68B60BB8-ACDD-4EC3-8DF6-94FCAB24CE3C}" type="pres">
      <dgm:prSet presAssocID="{77548BB6-132C-467C-AFD0-74AE04A94D3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C9DC935-C901-4A03-8EDC-43237CE3BADB}" type="pres">
      <dgm:prSet presAssocID="{77548BB6-132C-467C-AFD0-74AE04A94D3A}" presName="negativeSpace" presStyleCnt="0"/>
      <dgm:spPr/>
    </dgm:pt>
    <dgm:pt modelId="{2432CDEA-31D6-4623-B74C-2BF01F18AB70}" type="pres">
      <dgm:prSet presAssocID="{77548BB6-132C-467C-AFD0-74AE04A94D3A}" presName="childText" presStyleLbl="conFgAcc1" presStyleIdx="0" presStyleCnt="3">
        <dgm:presLayoutVars>
          <dgm:bulletEnabled val="1"/>
        </dgm:presLayoutVars>
      </dgm:prSet>
      <dgm:spPr/>
    </dgm:pt>
    <dgm:pt modelId="{3C2BE80C-5AA7-4D48-A52D-957E7E7E2296}" type="pres">
      <dgm:prSet presAssocID="{6F88A616-8208-4952-8955-963627A447E0}" presName="spaceBetweenRectangles" presStyleCnt="0"/>
      <dgm:spPr/>
    </dgm:pt>
    <dgm:pt modelId="{6D24A211-D2A5-4DF0-B9E6-5B48924E108A}" type="pres">
      <dgm:prSet presAssocID="{A53A5291-18DA-481C-A926-077E8A616E3F}" presName="parentLin" presStyleCnt="0"/>
      <dgm:spPr/>
    </dgm:pt>
    <dgm:pt modelId="{EC0463E3-448F-468C-A906-3BA5E8D93F9D}" type="pres">
      <dgm:prSet presAssocID="{A53A5291-18DA-481C-A926-077E8A616E3F}" presName="parentLeftMargin" presStyleLbl="node1" presStyleIdx="0" presStyleCnt="3"/>
      <dgm:spPr/>
    </dgm:pt>
    <dgm:pt modelId="{F39D8D27-A68B-4AA6-B2C4-16381FFE04BF}" type="pres">
      <dgm:prSet presAssocID="{A53A5291-18DA-481C-A926-077E8A616E3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EA7148B-529E-4908-B7B5-F6494E5B19A9}" type="pres">
      <dgm:prSet presAssocID="{A53A5291-18DA-481C-A926-077E8A616E3F}" presName="negativeSpace" presStyleCnt="0"/>
      <dgm:spPr/>
    </dgm:pt>
    <dgm:pt modelId="{2AA300B7-C304-4152-8A90-D01B14A9D7A5}" type="pres">
      <dgm:prSet presAssocID="{A53A5291-18DA-481C-A926-077E8A616E3F}" presName="childText" presStyleLbl="conFgAcc1" presStyleIdx="1" presStyleCnt="3">
        <dgm:presLayoutVars>
          <dgm:bulletEnabled val="1"/>
        </dgm:presLayoutVars>
      </dgm:prSet>
      <dgm:spPr/>
    </dgm:pt>
    <dgm:pt modelId="{B81535E0-0EB6-475F-9DE0-0C68E47CCC17}" type="pres">
      <dgm:prSet presAssocID="{8CE9F573-27DF-4B83-8177-FD225C39235D}" presName="spaceBetweenRectangles" presStyleCnt="0"/>
      <dgm:spPr/>
    </dgm:pt>
    <dgm:pt modelId="{104F13CB-98C1-40E2-87E4-CBDBFD6E100A}" type="pres">
      <dgm:prSet presAssocID="{A1EB82F9-518E-41C1-911D-A890CB5D830B}" presName="parentLin" presStyleCnt="0"/>
      <dgm:spPr/>
    </dgm:pt>
    <dgm:pt modelId="{2C9CF992-B2FA-4519-8587-EFAD97213C38}" type="pres">
      <dgm:prSet presAssocID="{A1EB82F9-518E-41C1-911D-A890CB5D830B}" presName="parentLeftMargin" presStyleLbl="node1" presStyleIdx="1" presStyleCnt="3"/>
      <dgm:spPr/>
    </dgm:pt>
    <dgm:pt modelId="{76E542EB-430F-4627-823B-0CD8DF4A56E0}" type="pres">
      <dgm:prSet presAssocID="{A1EB82F9-518E-41C1-911D-A890CB5D830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E51D731-4DE8-45DD-B254-BA4683EE240E}" type="pres">
      <dgm:prSet presAssocID="{A1EB82F9-518E-41C1-911D-A890CB5D830B}" presName="negativeSpace" presStyleCnt="0"/>
      <dgm:spPr/>
    </dgm:pt>
    <dgm:pt modelId="{BB26DE84-A092-421E-A67A-FE374C5AD36C}" type="pres">
      <dgm:prSet presAssocID="{A1EB82F9-518E-41C1-911D-A890CB5D830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31C4517-5109-40AA-AD31-B3DF48BDB60A}" srcId="{C90B73B1-18EA-4D51-9A9D-F3317AEED192}" destId="{A1EB82F9-518E-41C1-911D-A890CB5D830B}" srcOrd="2" destOrd="0" parTransId="{3F8055AC-CB7A-480B-9A27-FACBBF3A1F87}" sibTransId="{5B8EECD8-EBB6-4390-8053-EA13FA6E17A7}"/>
    <dgm:cxn modelId="{FBB79725-B748-49CC-92B4-2A09FD8EE731}" type="presOf" srcId="{C90B73B1-18EA-4D51-9A9D-F3317AEED192}" destId="{BA2D7A45-62EA-4B39-B3B8-25A651224E91}" srcOrd="0" destOrd="0" presId="urn:microsoft.com/office/officeart/2005/8/layout/list1"/>
    <dgm:cxn modelId="{8BC2B151-E32A-4592-8A4C-2EF4C535DAEB}" srcId="{C90B73B1-18EA-4D51-9A9D-F3317AEED192}" destId="{77548BB6-132C-467C-AFD0-74AE04A94D3A}" srcOrd="0" destOrd="0" parTransId="{B33CCE73-CE20-4127-BB12-9125AF20CC62}" sibTransId="{6F88A616-8208-4952-8955-963627A447E0}"/>
    <dgm:cxn modelId="{06F81953-8348-4BC3-92B1-704BA5AF1E3E}" type="presOf" srcId="{A53A5291-18DA-481C-A926-077E8A616E3F}" destId="{F39D8D27-A68B-4AA6-B2C4-16381FFE04BF}" srcOrd="1" destOrd="0" presId="urn:microsoft.com/office/officeart/2005/8/layout/list1"/>
    <dgm:cxn modelId="{2480D774-CE3B-452C-9D52-4AEA0A72E839}" type="presOf" srcId="{A53A5291-18DA-481C-A926-077E8A616E3F}" destId="{EC0463E3-448F-468C-A906-3BA5E8D93F9D}" srcOrd="0" destOrd="0" presId="urn:microsoft.com/office/officeart/2005/8/layout/list1"/>
    <dgm:cxn modelId="{B84E00D1-DD82-4CD5-B6BA-599EEDDCB3A1}" srcId="{C90B73B1-18EA-4D51-9A9D-F3317AEED192}" destId="{A53A5291-18DA-481C-A926-077E8A616E3F}" srcOrd="1" destOrd="0" parTransId="{3A41103E-59BC-4FEF-AB0A-FE0BF7C4FE0F}" sibTransId="{8CE9F573-27DF-4B83-8177-FD225C39235D}"/>
    <dgm:cxn modelId="{4E21D1E6-5681-4ECC-8CEF-80C9C884EFC5}" type="presOf" srcId="{A1EB82F9-518E-41C1-911D-A890CB5D830B}" destId="{2C9CF992-B2FA-4519-8587-EFAD97213C38}" srcOrd="0" destOrd="0" presId="urn:microsoft.com/office/officeart/2005/8/layout/list1"/>
    <dgm:cxn modelId="{69FEEAE7-1F23-43CE-8F93-57273CBBA143}" type="presOf" srcId="{A1EB82F9-518E-41C1-911D-A890CB5D830B}" destId="{76E542EB-430F-4627-823B-0CD8DF4A56E0}" srcOrd="1" destOrd="0" presId="urn:microsoft.com/office/officeart/2005/8/layout/list1"/>
    <dgm:cxn modelId="{C044D9EF-6255-407C-8479-5F5D91668E0D}" type="presOf" srcId="{77548BB6-132C-467C-AFD0-74AE04A94D3A}" destId="{6A299060-8C70-4F85-ADF6-19C8E0590617}" srcOrd="0" destOrd="0" presId="urn:microsoft.com/office/officeart/2005/8/layout/list1"/>
    <dgm:cxn modelId="{1296B7F7-7141-4436-AFD6-EBAEC78A37A0}" type="presOf" srcId="{77548BB6-132C-467C-AFD0-74AE04A94D3A}" destId="{68B60BB8-ACDD-4EC3-8DF6-94FCAB24CE3C}" srcOrd="1" destOrd="0" presId="urn:microsoft.com/office/officeart/2005/8/layout/list1"/>
    <dgm:cxn modelId="{8864A71D-1716-4BA2-AC7B-C926F36D883E}" type="presParOf" srcId="{BA2D7A45-62EA-4B39-B3B8-25A651224E91}" destId="{89D43C38-1668-4169-8DD1-0EB53761D510}" srcOrd="0" destOrd="0" presId="urn:microsoft.com/office/officeart/2005/8/layout/list1"/>
    <dgm:cxn modelId="{6FBBB1D1-A7D9-40E5-950D-C58D7AA9E94A}" type="presParOf" srcId="{89D43C38-1668-4169-8DD1-0EB53761D510}" destId="{6A299060-8C70-4F85-ADF6-19C8E0590617}" srcOrd="0" destOrd="0" presId="urn:microsoft.com/office/officeart/2005/8/layout/list1"/>
    <dgm:cxn modelId="{49329B39-CC78-466E-9A96-AAE6E2370C29}" type="presParOf" srcId="{89D43C38-1668-4169-8DD1-0EB53761D510}" destId="{68B60BB8-ACDD-4EC3-8DF6-94FCAB24CE3C}" srcOrd="1" destOrd="0" presId="urn:microsoft.com/office/officeart/2005/8/layout/list1"/>
    <dgm:cxn modelId="{9BBCA6CD-EBF6-48D6-88BA-5A5DBBF3CF9F}" type="presParOf" srcId="{BA2D7A45-62EA-4B39-B3B8-25A651224E91}" destId="{9C9DC935-C901-4A03-8EDC-43237CE3BADB}" srcOrd="1" destOrd="0" presId="urn:microsoft.com/office/officeart/2005/8/layout/list1"/>
    <dgm:cxn modelId="{797FF6B2-A3D4-4EEF-9228-624B45B6E12F}" type="presParOf" srcId="{BA2D7A45-62EA-4B39-B3B8-25A651224E91}" destId="{2432CDEA-31D6-4623-B74C-2BF01F18AB70}" srcOrd="2" destOrd="0" presId="urn:microsoft.com/office/officeart/2005/8/layout/list1"/>
    <dgm:cxn modelId="{3FA77A1B-8484-4BB1-AD1A-02A630674CCF}" type="presParOf" srcId="{BA2D7A45-62EA-4B39-B3B8-25A651224E91}" destId="{3C2BE80C-5AA7-4D48-A52D-957E7E7E2296}" srcOrd="3" destOrd="0" presId="urn:microsoft.com/office/officeart/2005/8/layout/list1"/>
    <dgm:cxn modelId="{CD8EA9A9-2F69-4942-8C6F-8C573CF95E86}" type="presParOf" srcId="{BA2D7A45-62EA-4B39-B3B8-25A651224E91}" destId="{6D24A211-D2A5-4DF0-B9E6-5B48924E108A}" srcOrd="4" destOrd="0" presId="urn:microsoft.com/office/officeart/2005/8/layout/list1"/>
    <dgm:cxn modelId="{FC51858D-F600-4B0D-9DC6-8FDC0266A12D}" type="presParOf" srcId="{6D24A211-D2A5-4DF0-B9E6-5B48924E108A}" destId="{EC0463E3-448F-468C-A906-3BA5E8D93F9D}" srcOrd="0" destOrd="0" presId="urn:microsoft.com/office/officeart/2005/8/layout/list1"/>
    <dgm:cxn modelId="{F2290D6E-15F5-411B-92ED-04F22B4F2D3C}" type="presParOf" srcId="{6D24A211-D2A5-4DF0-B9E6-5B48924E108A}" destId="{F39D8D27-A68B-4AA6-B2C4-16381FFE04BF}" srcOrd="1" destOrd="0" presId="urn:microsoft.com/office/officeart/2005/8/layout/list1"/>
    <dgm:cxn modelId="{AF1CBF3A-E8B3-4EAC-B662-5310B1EADD16}" type="presParOf" srcId="{BA2D7A45-62EA-4B39-B3B8-25A651224E91}" destId="{CEA7148B-529E-4908-B7B5-F6494E5B19A9}" srcOrd="5" destOrd="0" presId="urn:microsoft.com/office/officeart/2005/8/layout/list1"/>
    <dgm:cxn modelId="{53DBF424-A5B8-4885-BDF4-A83E66CE6528}" type="presParOf" srcId="{BA2D7A45-62EA-4B39-B3B8-25A651224E91}" destId="{2AA300B7-C304-4152-8A90-D01B14A9D7A5}" srcOrd="6" destOrd="0" presId="urn:microsoft.com/office/officeart/2005/8/layout/list1"/>
    <dgm:cxn modelId="{2DB3B53A-0819-4B51-9AF3-7536B5C2C3D1}" type="presParOf" srcId="{BA2D7A45-62EA-4B39-B3B8-25A651224E91}" destId="{B81535E0-0EB6-475F-9DE0-0C68E47CCC17}" srcOrd="7" destOrd="0" presId="urn:microsoft.com/office/officeart/2005/8/layout/list1"/>
    <dgm:cxn modelId="{2D3410C6-B10B-449D-AF6D-B0B3BE72FF6F}" type="presParOf" srcId="{BA2D7A45-62EA-4B39-B3B8-25A651224E91}" destId="{104F13CB-98C1-40E2-87E4-CBDBFD6E100A}" srcOrd="8" destOrd="0" presId="urn:microsoft.com/office/officeart/2005/8/layout/list1"/>
    <dgm:cxn modelId="{4E086A3C-283C-4EAD-91CF-F17756452368}" type="presParOf" srcId="{104F13CB-98C1-40E2-87E4-CBDBFD6E100A}" destId="{2C9CF992-B2FA-4519-8587-EFAD97213C38}" srcOrd="0" destOrd="0" presId="urn:microsoft.com/office/officeart/2005/8/layout/list1"/>
    <dgm:cxn modelId="{D52A930D-A8A3-4D59-8D64-DC0835D3F6B8}" type="presParOf" srcId="{104F13CB-98C1-40E2-87E4-CBDBFD6E100A}" destId="{76E542EB-430F-4627-823B-0CD8DF4A56E0}" srcOrd="1" destOrd="0" presId="urn:microsoft.com/office/officeart/2005/8/layout/list1"/>
    <dgm:cxn modelId="{6EF6239C-206C-4874-91FA-9BCCEA389F6B}" type="presParOf" srcId="{BA2D7A45-62EA-4B39-B3B8-25A651224E91}" destId="{9E51D731-4DE8-45DD-B254-BA4683EE240E}" srcOrd="9" destOrd="0" presId="urn:microsoft.com/office/officeart/2005/8/layout/list1"/>
    <dgm:cxn modelId="{B3A84FF3-D7B7-4B1C-A3A8-174B306D5257}" type="presParOf" srcId="{BA2D7A45-62EA-4B39-B3B8-25A651224E91}" destId="{BB26DE84-A092-421E-A67A-FE374C5AD36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CA0DEB-DD95-40C8-B457-91FC683EC0BA}">
      <dsp:nvSpPr>
        <dsp:cNvPr id="0" name=""/>
        <dsp:cNvSpPr/>
      </dsp:nvSpPr>
      <dsp:spPr>
        <a:xfrm>
          <a:off x="0" y="25658"/>
          <a:ext cx="11026628" cy="6764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/>
            <a:t>Pe</a:t>
          </a:r>
          <a:r>
            <a:rPr lang="en-US" sz="2400" b="0" i="0" kern="1200" dirty="0"/>
            <a:t>riod</a:t>
          </a:r>
          <a:r>
            <a:rPr lang="en-US" sz="2400" kern="1200" dirty="0"/>
            <a:t>:</a:t>
          </a:r>
          <a:r>
            <a:rPr lang="zh-TW" sz="2400" kern="1200" dirty="0"/>
            <a:t> </a:t>
          </a:r>
          <a:r>
            <a:rPr lang="en-US" altLang="zh-TW" sz="2400" kern="1200" dirty="0"/>
            <a:t>###Date3####</a:t>
          </a:r>
          <a:r>
            <a:rPr lang="en-US" sz="2400" kern="1200" dirty="0"/>
            <a:t> ~ </a:t>
          </a:r>
          <a:r>
            <a:rPr lang="en-US" altLang="zh-TW" sz="2400" kern="1200" dirty="0"/>
            <a:t>###Date4####</a:t>
          </a:r>
          <a:endParaRPr lang="en-US" sz="2400" kern="1200" dirty="0"/>
        </a:p>
      </dsp:txBody>
      <dsp:txXfrm>
        <a:off x="33019" y="58677"/>
        <a:ext cx="10960590" cy="610368"/>
      </dsp:txXfrm>
    </dsp:sp>
    <dsp:sp modelId="{4E897228-7E60-4F7B-80F3-8DABA7833993}">
      <dsp:nvSpPr>
        <dsp:cNvPr id="0" name=""/>
        <dsp:cNvSpPr/>
      </dsp:nvSpPr>
      <dsp:spPr>
        <a:xfrm>
          <a:off x="0" y="675624"/>
          <a:ext cx="11026628" cy="676406"/>
        </a:xfrm>
        <a:prstGeom prst="round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Task description</a:t>
          </a:r>
          <a:r>
            <a:rPr lang="en-US" sz="2800" kern="1200" dirty="0"/>
            <a:t>:</a:t>
          </a:r>
        </a:p>
      </dsp:txBody>
      <dsp:txXfrm>
        <a:off x="33019" y="708643"/>
        <a:ext cx="10960590" cy="610368"/>
      </dsp:txXfrm>
    </dsp:sp>
    <dsp:sp modelId="{63E9741B-DF19-45A8-8CB6-C7A2F79019D1}">
      <dsp:nvSpPr>
        <dsp:cNvPr id="0" name=""/>
        <dsp:cNvSpPr/>
      </dsp:nvSpPr>
      <dsp:spPr>
        <a:xfrm>
          <a:off x="0" y="1395703"/>
          <a:ext cx="11026628" cy="289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095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RTD</a:t>
          </a:r>
          <a:r>
            <a:rPr lang="zh-TW" sz="1800" kern="1200" dirty="0"/>
            <a:t> 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800" kern="1200" dirty="0"/>
            <a:t>無新進度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MCS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800" kern="1200" dirty="0"/>
            <a:t>無新進度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TW" sz="1800" kern="1200" dirty="0"/>
            <a:t>TSC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800" kern="1200" dirty="0"/>
            <a:t>韓鄒討論  </a:t>
          </a:r>
          <a:r>
            <a:rPr lang="en-US" altLang="zh-TW" sz="1800" kern="1200" dirty="0"/>
            <a:t>or-tools</a:t>
          </a:r>
          <a:r>
            <a:rPr lang="zh-TW" altLang="en-US" sz="1800" kern="1200" dirty="0"/>
            <a:t> 使用研究</a:t>
          </a:r>
          <a:r>
            <a:rPr lang="en-US" altLang="zh-TW" sz="1800" kern="1200" dirty="0"/>
            <a:t>, </a:t>
          </a:r>
          <a:r>
            <a:rPr lang="zh-TW" altLang="en-US" sz="1800" kern="1200" dirty="0"/>
            <a:t>本周沒進度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800" kern="1200" dirty="0"/>
            <a:t>客服問答機器人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TW" sz="1800" kern="1200" dirty="0"/>
            <a:t>TSC</a:t>
          </a:r>
          <a:r>
            <a:rPr lang="zh-TW" altLang="en-US" sz="1800" kern="1200" dirty="0"/>
            <a:t> 使用手冊 問答機器人功能撰寫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800" kern="1200" dirty="0"/>
            <a:t>熟悉 </a:t>
          </a:r>
          <a:r>
            <a:rPr lang="en-US" altLang="zh-TW" sz="1800" kern="1200" dirty="0" err="1"/>
            <a:t>dify</a:t>
          </a:r>
          <a:r>
            <a:rPr lang="en-US" altLang="zh-TW" sz="1800" kern="1200" dirty="0"/>
            <a:t> </a:t>
          </a:r>
          <a:r>
            <a:rPr lang="zh-TW" altLang="en-US" sz="1800" kern="1200" dirty="0"/>
            <a:t>功能</a:t>
          </a:r>
          <a:r>
            <a:rPr lang="en-US" altLang="zh-TW" sz="1800" kern="1200" dirty="0"/>
            <a:t>,</a:t>
          </a:r>
          <a:r>
            <a:rPr lang="zh-TW" altLang="en-US" sz="1800" kern="1200" dirty="0"/>
            <a:t> 並傳寫程式測試自動問答</a:t>
          </a:r>
          <a:r>
            <a:rPr lang="en-US" altLang="zh-TW" sz="1800" kern="1200" dirty="0"/>
            <a:t>, </a:t>
          </a:r>
          <a:r>
            <a:rPr lang="zh-TW" altLang="en-US" sz="1800" kern="1200" dirty="0"/>
            <a:t>測試問答部分</a:t>
          </a:r>
          <a:endParaRPr lang="en-US" sz="1800" kern="1200" dirty="0"/>
        </a:p>
      </dsp:txBody>
      <dsp:txXfrm>
        <a:off x="0" y="1395703"/>
        <a:ext cx="11026628" cy="2898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CA0DEB-DD95-40C8-B457-91FC683EC0BA}">
      <dsp:nvSpPr>
        <dsp:cNvPr id="0" name=""/>
        <dsp:cNvSpPr/>
      </dsp:nvSpPr>
      <dsp:spPr>
        <a:xfrm>
          <a:off x="0" y="25658"/>
          <a:ext cx="11026628" cy="6764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kern="1200" dirty="0"/>
            <a:t>Pe</a:t>
          </a:r>
          <a:r>
            <a:rPr lang="en-US" sz="2400" b="0" i="0" kern="1200" dirty="0"/>
            <a:t>riod</a:t>
          </a:r>
          <a:r>
            <a:rPr lang="en-US" sz="2400" kern="1200" dirty="0"/>
            <a:t>:</a:t>
          </a:r>
          <a:r>
            <a:rPr lang="zh-TW" sz="2400" kern="1200" dirty="0"/>
            <a:t> </a:t>
          </a:r>
          <a:r>
            <a:rPr lang="en-US" altLang="zh-TW" sz="2400" kern="1200" dirty="0"/>
            <a:t>###Date1####</a:t>
          </a:r>
          <a:r>
            <a:rPr lang="en-US" sz="2400" kern="1200" dirty="0"/>
            <a:t> ~ </a:t>
          </a:r>
          <a:r>
            <a:rPr lang="en-US" altLang="zh-TW" sz="2400" kern="1200" dirty="0"/>
            <a:t>###Date2####</a:t>
          </a:r>
          <a:endParaRPr lang="en-US" sz="2400" kern="1200" dirty="0"/>
        </a:p>
      </dsp:txBody>
      <dsp:txXfrm>
        <a:off x="33019" y="58677"/>
        <a:ext cx="10960590" cy="610368"/>
      </dsp:txXfrm>
    </dsp:sp>
    <dsp:sp modelId="{4E897228-7E60-4F7B-80F3-8DABA7833993}">
      <dsp:nvSpPr>
        <dsp:cNvPr id="0" name=""/>
        <dsp:cNvSpPr/>
      </dsp:nvSpPr>
      <dsp:spPr>
        <a:xfrm>
          <a:off x="0" y="675624"/>
          <a:ext cx="11026628" cy="676406"/>
        </a:xfrm>
        <a:prstGeom prst="round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b="0" i="0" kern="1200" dirty="0"/>
            <a:t>Plan</a:t>
          </a:r>
          <a:r>
            <a:rPr lang="en-US" sz="2800" b="0" i="0" kern="1200" dirty="0"/>
            <a:t> task description</a:t>
          </a:r>
          <a:r>
            <a:rPr lang="en-US" sz="2800" kern="1200" dirty="0"/>
            <a:t>:</a:t>
          </a:r>
        </a:p>
      </dsp:txBody>
      <dsp:txXfrm>
        <a:off x="33019" y="708643"/>
        <a:ext cx="10960590" cy="610368"/>
      </dsp:txXfrm>
    </dsp:sp>
    <dsp:sp modelId="{63E9741B-DF19-45A8-8CB6-C7A2F79019D1}">
      <dsp:nvSpPr>
        <dsp:cNvPr id="0" name=""/>
        <dsp:cNvSpPr/>
      </dsp:nvSpPr>
      <dsp:spPr>
        <a:xfrm>
          <a:off x="0" y="1395703"/>
          <a:ext cx="11026628" cy="289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095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RTD</a:t>
          </a:r>
          <a:r>
            <a:rPr lang="zh-TW" sz="1800" kern="1200" dirty="0"/>
            <a:t> 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800" kern="1200" dirty="0"/>
            <a:t>無新進度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MCS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800" kern="1200" dirty="0"/>
            <a:t>無新進度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TW" sz="1800" kern="1200" dirty="0"/>
            <a:t>TSC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800" kern="1200" dirty="0"/>
            <a:t>韓鄒討論  </a:t>
          </a:r>
          <a:r>
            <a:rPr lang="en-US" altLang="zh-TW" sz="1800" kern="1200" dirty="0"/>
            <a:t>or-tools</a:t>
          </a:r>
          <a:r>
            <a:rPr lang="zh-TW" altLang="en-US" sz="1800" kern="1200" dirty="0"/>
            <a:t> 使用研究</a:t>
          </a:r>
          <a:r>
            <a:rPr lang="en-US" altLang="zh-TW" sz="1800" kern="1200" dirty="0"/>
            <a:t>, </a:t>
          </a:r>
          <a:r>
            <a:rPr lang="zh-TW" altLang="en-US" sz="1800" kern="1200" dirty="0"/>
            <a:t>本周沒進度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800" kern="1200" dirty="0"/>
            <a:t>客服問答機器人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TW" sz="1800" kern="1200" dirty="0"/>
            <a:t>TSC</a:t>
          </a:r>
          <a:r>
            <a:rPr lang="zh-TW" altLang="en-US" sz="1800" kern="1200" dirty="0"/>
            <a:t> 使用手冊 問答機器人功能撰寫</a:t>
          </a:r>
          <a:endParaRPr lang="en-US" sz="1800" kern="1200" dirty="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TW" altLang="en-US" sz="1800" kern="1200" dirty="0"/>
            <a:t>熟悉 </a:t>
          </a:r>
          <a:r>
            <a:rPr lang="en-US" altLang="zh-TW" sz="1800" kern="1200" dirty="0" err="1"/>
            <a:t>dify</a:t>
          </a:r>
          <a:r>
            <a:rPr lang="en-US" altLang="zh-TW" sz="1800" kern="1200" dirty="0"/>
            <a:t> </a:t>
          </a:r>
          <a:r>
            <a:rPr lang="zh-TW" altLang="en-US" sz="1800" kern="1200" dirty="0"/>
            <a:t>功能</a:t>
          </a:r>
          <a:r>
            <a:rPr lang="en-US" altLang="zh-TW" sz="1800" kern="1200" dirty="0"/>
            <a:t>,</a:t>
          </a:r>
          <a:r>
            <a:rPr lang="zh-TW" altLang="en-US" sz="1800" kern="1200" dirty="0"/>
            <a:t> 並傳寫程式測試自動問答</a:t>
          </a:r>
          <a:r>
            <a:rPr lang="en-US" altLang="zh-TW" sz="1800" kern="1200" dirty="0"/>
            <a:t>, </a:t>
          </a:r>
          <a:r>
            <a:rPr lang="zh-TW" altLang="en-US" sz="1800" kern="1200" dirty="0"/>
            <a:t>測試問答部分</a:t>
          </a:r>
          <a:endParaRPr lang="en-US" sz="1800" kern="1200" dirty="0"/>
        </a:p>
      </dsp:txBody>
      <dsp:txXfrm>
        <a:off x="0" y="1395703"/>
        <a:ext cx="11026628" cy="2898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32CDEA-31D6-4623-B74C-2BF01F18AB70}">
      <dsp:nvSpPr>
        <dsp:cNvPr id="0" name=""/>
        <dsp:cNvSpPr/>
      </dsp:nvSpPr>
      <dsp:spPr>
        <a:xfrm>
          <a:off x="0" y="1310719"/>
          <a:ext cx="6666833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B60BB8-ACDD-4EC3-8DF6-94FCAB24CE3C}">
      <dsp:nvSpPr>
        <dsp:cNvPr id="0" name=""/>
        <dsp:cNvSpPr/>
      </dsp:nvSpPr>
      <dsp:spPr>
        <a:xfrm>
          <a:off x="333341" y="897439"/>
          <a:ext cx="4666783" cy="8265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kern="1200" dirty="0"/>
            <a:t>參與</a:t>
          </a:r>
          <a:r>
            <a:rPr lang="zh-TW" altLang="en-US" sz="2800" kern="1200" dirty="0"/>
            <a:t>開發</a:t>
          </a:r>
          <a:r>
            <a:rPr lang="en-US" altLang="zh-TW" sz="2800" kern="1200" dirty="0"/>
            <a:t>/</a:t>
          </a:r>
          <a:r>
            <a:rPr lang="zh-TW" altLang="en-US" sz="2800" kern="1200" dirty="0"/>
            <a:t>重構</a:t>
          </a:r>
          <a:r>
            <a:rPr lang="zh-TW" sz="2800" kern="1200" dirty="0"/>
            <a:t> </a:t>
          </a:r>
          <a:r>
            <a:rPr lang="en-US" sz="2800" kern="1200" dirty="0"/>
            <a:t>MCS</a:t>
          </a:r>
          <a:r>
            <a:rPr lang="zh-TW" sz="2800" kern="1200" dirty="0"/>
            <a:t> 專案</a:t>
          </a:r>
          <a:endParaRPr lang="en-US" sz="2800" kern="1200" dirty="0"/>
        </a:p>
      </dsp:txBody>
      <dsp:txXfrm>
        <a:off x="373690" y="937788"/>
        <a:ext cx="4586085" cy="745862"/>
      </dsp:txXfrm>
    </dsp:sp>
    <dsp:sp modelId="{2AA300B7-C304-4152-8A90-D01B14A9D7A5}">
      <dsp:nvSpPr>
        <dsp:cNvPr id="0" name=""/>
        <dsp:cNvSpPr/>
      </dsp:nvSpPr>
      <dsp:spPr>
        <a:xfrm>
          <a:off x="0" y="2580799"/>
          <a:ext cx="6666833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9D8D27-A68B-4AA6-B2C4-16381FFE04BF}">
      <dsp:nvSpPr>
        <dsp:cNvPr id="0" name=""/>
        <dsp:cNvSpPr/>
      </dsp:nvSpPr>
      <dsp:spPr>
        <a:xfrm>
          <a:off x="333341" y="2167519"/>
          <a:ext cx="4666783" cy="82656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kern="1200" dirty="0"/>
            <a:t>參與</a:t>
          </a:r>
          <a:r>
            <a:rPr lang="zh-TW" altLang="en-US" sz="2800" kern="1200" dirty="0"/>
            <a:t>開發</a:t>
          </a:r>
          <a:r>
            <a:rPr lang="zh-TW" sz="2800" kern="1200" dirty="0"/>
            <a:t> </a:t>
          </a:r>
          <a:r>
            <a:rPr lang="en-US" sz="2800" kern="1200" dirty="0"/>
            <a:t>python RTD</a:t>
          </a:r>
          <a:r>
            <a:rPr lang="zh-TW" sz="2800" kern="1200" dirty="0"/>
            <a:t> 專案</a:t>
          </a:r>
          <a:endParaRPr lang="en-US" sz="2800" kern="1200" dirty="0"/>
        </a:p>
      </dsp:txBody>
      <dsp:txXfrm>
        <a:off x="373690" y="2207868"/>
        <a:ext cx="4586085" cy="745862"/>
      </dsp:txXfrm>
    </dsp:sp>
    <dsp:sp modelId="{BB26DE84-A092-421E-A67A-FE374C5AD36C}">
      <dsp:nvSpPr>
        <dsp:cNvPr id="0" name=""/>
        <dsp:cNvSpPr/>
      </dsp:nvSpPr>
      <dsp:spPr>
        <a:xfrm>
          <a:off x="0" y="3850880"/>
          <a:ext cx="6666833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E542EB-430F-4627-823B-0CD8DF4A56E0}">
      <dsp:nvSpPr>
        <dsp:cNvPr id="0" name=""/>
        <dsp:cNvSpPr/>
      </dsp:nvSpPr>
      <dsp:spPr>
        <a:xfrm>
          <a:off x="333341" y="3437600"/>
          <a:ext cx="4666783" cy="8265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800" kern="1200" dirty="0"/>
            <a:t>研究</a:t>
          </a:r>
          <a:r>
            <a:rPr lang="en-US" altLang="zh-TW" sz="2800" kern="1200" dirty="0"/>
            <a:t>/</a:t>
          </a:r>
          <a:r>
            <a:rPr lang="zh-TW" altLang="en-US" sz="2800" kern="1200" dirty="0"/>
            <a:t>實現  客戶服務機器人</a:t>
          </a:r>
          <a:endParaRPr lang="en-US" sz="2800" kern="1200" dirty="0"/>
        </a:p>
      </dsp:txBody>
      <dsp:txXfrm>
        <a:off x="373690" y="3477949"/>
        <a:ext cx="4586085" cy="745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F8FFFB-4C25-F4FF-4F86-173513D1F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AA7EE53-3247-66B1-0885-C3F11A60B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5E4738-D754-0E37-9100-DF83887C4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D404-98BB-480C-B753-07593C5FE0D2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F4B198-79AB-F569-6BFE-1EB31732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E7B370-E69C-D11D-A8B2-7D6D53899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146F-66CB-4125-98CF-2FD7CFB603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976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C733E9-D555-FC1A-613C-0B576EFBA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D8B8BE-5263-97E1-CCAE-2C504160E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6D96D3-0DA5-2B5C-29C2-C58BB406A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D404-98BB-480C-B753-07593C5FE0D2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7AF5FC-745C-7420-31A4-B151CAF5A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C706D0-E554-D1CB-F84C-3EDA725E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146F-66CB-4125-98CF-2FD7CFB603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328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DDD1D8-32E4-6AC9-1088-C90CF3AE2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9FABC7-3BF6-FBA6-4670-EB19D1CDF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F46E7A-EDC7-5D9A-D7F6-8830FD516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D404-98BB-480C-B753-07593C5FE0D2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BC9913-09EE-4997-73B8-5AABC2CBA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5073E8-57AE-B360-D3E0-2A7D46063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146F-66CB-4125-98CF-2FD7CFB603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876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48465-5BBF-6EC5-C4EE-F2642F96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E3696C-9D7F-A42C-8742-A30BF0D96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EA3B942-A524-5045-FDBF-E15476CEA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42BC7E0-7195-5880-919F-F575353D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D404-98BB-480C-B753-07593C5FE0D2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E2C158F-1BEF-4E0E-5741-05D6260A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2C5D37-F338-F7ED-250B-95D9065B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146F-66CB-4125-98CF-2FD7CFB603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3817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3AD53C-FF1E-54BC-4A6B-239BB8546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A9CE99-9790-73B3-8BBD-BDFAAF4FD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F374327-9327-2C47-9152-492B7A56F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C951CEC-D5B0-7724-DA20-1AF7D6195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57ADFD7-8EAE-2366-CC5B-E171A3D1E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5DE9B06-1072-791C-A656-00FF60A8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D404-98BB-480C-B753-07593C5FE0D2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7485BB8-496A-9C4C-DFF7-7CF294015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42A97CC-F9AC-22AD-4979-D57097EA8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146F-66CB-4125-98CF-2FD7CFB603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5680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900A24-3031-D639-688D-16DCCF90E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BDB2374-F5E8-D5B3-FF72-9BF120389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D404-98BB-480C-B753-07593C5FE0D2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71794CC-3CB5-6EA5-4F81-7684D8B9A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827E45C-117F-5B57-D60C-631C986B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146F-66CB-4125-98CF-2FD7CFB603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2721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562F2E0-25D4-FAA5-8207-AE2D3BA0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D404-98BB-480C-B753-07593C5FE0D2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A3C6342-FCE4-2DC7-CF01-F74720B9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5BE19E-EC9F-2094-EF9F-0766E328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146F-66CB-4125-98CF-2FD7CFB603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0875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2D377C-0030-BFF7-223D-27F0C7C6C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D814A1-A3EE-E291-C4BF-9E2E8E21C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FE1940-3605-3643-3B7C-00083DFEE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D5C956-9750-9C29-7C7C-1C05D3015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D404-98BB-480C-B753-07593C5FE0D2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84F279-263E-6D49-4DD6-6776CB9BE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086F50-39F2-F820-C7BD-554D955D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146F-66CB-4125-98CF-2FD7CFB603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485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DE7959-7BE3-B1B8-772F-5CC2E5C62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E78E0EF-EA0F-A4B8-BD2D-56355BE1B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4C333C-9996-BEE2-D5CA-246060FDD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EAF9805-B53D-95CB-8E0B-6230DA890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D404-98BB-480C-B753-07593C5FE0D2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BB84DE-592D-1EF0-8B18-ADE8877E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D7A459-B7C0-4686-80C0-4980EE31F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146F-66CB-4125-98CF-2FD7CFB603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278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A49F28-FD27-780E-79F9-A64445756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37ED684-0FDC-C330-7117-69FA52D3E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67C91E-7AE0-24D4-7535-0E4A64503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D404-98BB-480C-B753-07593C5FE0D2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F27702-9493-AF84-E589-F25B0BC05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1532E7-9172-802D-B7A1-39983B04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146F-66CB-4125-98CF-2FD7CFB603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371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49FB36D-0E6D-2E77-E0A9-80FDD7D5E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358F9DD-9670-1C08-FC62-7A31E2703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4FDBD7-F3EB-67CD-5805-545B138C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6D404-98BB-480C-B753-07593C5FE0D2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0515DC-7877-1E9C-56EC-C42E4E2E5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237601-18AE-9CC0-BBB4-246894369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B146F-66CB-4125-98CF-2FD7CFB603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6839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818D17E-FDAE-7A79-136A-BDC04640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973CBD-79FF-7A5A-B787-0599A4EC7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3E7ABF-4645-6B42-EC92-E857B992B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C6D404-98BB-480C-B753-07593C5FE0D2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A578D3-A3B1-4976-90B6-7A85953D2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EC0BA2-6100-224E-FDFF-1DC5CD63C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CB146F-66CB-4125-98CF-2FD7CFB603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0175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03354A-9DF1-6C7E-5903-C1B275466D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Weekly Report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8235C1-69EF-C4A7-B449-0173A5B304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Porter</a:t>
            </a:r>
          </a:p>
          <a:p>
            <a:endParaRPr lang="en-US" altLang="zh-TW" dirty="0"/>
          </a:p>
          <a:p>
            <a:r>
              <a:rPr lang="en-US" altLang="zh-TW" dirty="0"/>
              <a:t>###Date1####</a:t>
            </a:r>
            <a:endParaRPr lang="zh-TW" altLang="en-US" dirty="0"/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6588FD5A-3BAD-699D-9E2E-7145DA442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5613" y="164716"/>
            <a:ext cx="1141148" cy="58891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A59E3DC-D839-8B51-C965-9AC41533F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355" y="2316164"/>
            <a:ext cx="1114212" cy="11938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C816BE9-C7B3-0FC8-4D48-D22F8DED1556}"/>
              </a:ext>
            </a:extLst>
          </p:cNvPr>
          <p:cNvSpPr/>
          <p:nvPr/>
        </p:nvSpPr>
        <p:spPr>
          <a:xfrm>
            <a:off x="1" y="6549918"/>
            <a:ext cx="12192000" cy="31791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8A66FEFF-0E4D-A414-2ADE-DB49E6B59AE4}"/>
              </a:ext>
            </a:extLst>
          </p:cNvPr>
          <p:cNvCxnSpPr>
            <a:cxnSpLocks/>
          </p:cNvCxnSpPr>
          <p:nvPr/>
        </p:nvCxnSpPr>
        <p:spPr>
          <a:xfrm>
            <a:off x="0" y="6464128"/>
            <a:ext cx="12192000" cy="0"/>
          </a:xfrm>
          <a:prstGeom prst="line">
            <a:avLst/>
          </a:prstGeom>
          <a:ln w="920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626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8F815-5018-8485-950D-C907EE338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6F5254-8118-D875-D454-1CA524C0F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737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Last week task</a:t>
            </a:r>
            <a:endParaRPr lang="zh-TW" altLang="en-US" dirty="0"/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78C0985A-4D45-4575-8300-A4B1E75850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3509967"/>
              </p:ext>
            </p:extLst>
          </p:nvPr>
        </p:nvGraphicFramePr>
        <p:xfrm>
          <a:off x="772082" y="765647"/>
          <a:ext cx="11026628" cy="4307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圖形 2">
            <a:extLst>
              <a:ext uri="{FF2B5EF4-FFF2-40B4-BE49-F238E27FC236}">
                <a16:creationId xmlns:a16="http://schemas.microsoft.com/office/drawing/2014/main" id="{1A7114A8-342F-CA06-E69D-392912AB5A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45613" y="164716"/>
            <a:ext cx="1141148" cy="58891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5F35F40-5898-CF5B-E4E0-5E6AD9FB73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239" y="317913"/>
            <a:ext cx="666843" cy="71447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0264E55-DDDA-D8CC-4127-E29463358CFE}"/>
              </a:ext>
            </a:extLst>
          </p:cNvPr>
          <p:cNvSpPr/>
          <p:nvPr/>
        </p:nvSpPr>
        <p:spPr>
          <a:xfrm>
            <a:off x="1" y="6549918"/>
            <a:ext cx="12192000" cy="31791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DDDCD35C-726F-A205-3C34-93121183E7E3}"/>
              </a:ext>
            </a:extLst>
          </p:cNvPr>
          <p:cNvCxnSpPr>
            <a:cxnSpLocks/>
          </p:cNvCxnSpPr>
          <p:nvPr/>
        </p:nvCxnSpPr>
        <p:spPr>
          <a:xfrm>
            <a:off x="0" y="6464128"/>
            <a:ext cx="12192000" cy="0"/>
          </a:xfrm>
          <a:prstGeom prst="line">
            <a:avLst/>
          </a:prstGeom>
          <a:ln w="920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856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727F6-DD27-FA0C-3CBD-BD04CEBBE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E7359B-9E8C-7AB2-6BAA-6FB50CAAE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737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This week task</a:t>
            </a:r>
            <a:endParaRPr lang="zh-TW" altLang="en-US" dirty="0"/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42FD294C-526F-973C-5663-1E1CE4C3CF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2819619"/>
              </p:ext>
            </p:extLst>
          </p:nvPr>
        </p:nvGraphicFramePr>
        <p:xfrm>
          <a:off x="772082" y="765647"/>
          <a:ext cx="11026628" cy="4307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圖形 2">
            <a:extLst>
              <a:ext uri="{FF2B5EF4-FFF2-40B4-BE49-F238E27FC236}">
                <a16:creationId xmlns:a16="http://schemas.microsoft.com/office/drawing/2014/main" id="{98392906-6D11-FA93-28C5-E8A5776634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45613" y="164716"/>
            <a:ext cx="1141148" cy="58891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EB6E9C9-59D6-96EF-A853-D94C6DE583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239" y="317913"/>
            <a:ext cx="666843" cy="71447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D40B7F9-1F04-4988-4D10-B0D4BA3EFF72}"/>
              </a:ext>
            </a:extLst>
          </p:cNvPr>
          <p:cNvSpPr/>
          <p:nvPr/>
        </p:nvSpPr>
        <p:spPr>
          <a:xfrm>
            <a:off x="1" y="6549918"/>
            <a:ext cx="12192000" cy="31791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3DB868FF-89BA-4C19-3285-6C1729C27347}"/>
              </a:ext>
            </a:extLst>
          </p:cNvPr>
          <p:cNvCxnSpPr>
            <a:cxnSpLocks/>
          </p:cNvCxnSpPr>
          <p:nvPr/>
        </p:nvCxnSpPr>
        <p:spPr>
          <a:xfrm>
            <a:off x="0" y="6464128"/>
            <a:ext cx="12192000" cy="0"/>
          </a:xfrm>
          <a:prstGeom prst="line">
            <a:avLst/>
          </a:prstGeom>
          <a:ln w="920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980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05BFF83-C660-650E-52F6-596BE27CC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zh-TW" altLang="en-US" sz="4000" dirty="0">
                <a:solidFill>
                  <a:srgbClr val="FFFFFF"/>
                </a:solidFill>
              </a:rPr>
              <a:t>未來一年預計工作計畫</a:t>
            </a: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674D3D1A-6E8D-B1C9-A247-DF8558935C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021116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圖形 2">
            <a:extLst>
              <a:ext uri="{FF2B5EF4-FFF2-40B4-BE49-F238E27FC236}">
                <a16:creationId xmlns:a16="http://schemas.microsoft.com/office/drawing/2014/main" id="{63E13221-D5FD-E119-33E5-366A065A94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45613" y="164716"/>
            <a:ext cx="1141148" cy="58891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CDA741-C942-C38E-7ACA-F74AC2096F90}"/>
              </a:ext>
            </a:extLst>
          </p:cNvPr>
          <p:cNvSpPr/>
          <p:nvPr/>
        </p:nvSpPr>
        <p:spPr>
          <a:xfrm>
            <a:off x="1" y="6549918"/>
            <a:ext cx="12192000" cy="31791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DE261759-E996-B2C8-A131-1F5091363B5A}"/>
              </a:ext>
            </a:extLst>
          </p:cNvPr>
          <p:cNvCxnSpPr>
            <a:cxnSpLocks/>
          </p:cNvCxnSpPr>
          <p:nvPr/>
        </p:nvCxnSpPr>
        <p:spPr>
          <a:xfrm>
            <a:off x="0" y="6464128"/>
            <a:ext cx="12192000" cy="0"/>
          </a:xfrm>
          <a:prstGeom prst="line">
            <a:avLst/>
          </a:prstGeom>
          <a:ln w="920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442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152</Words>
  <Application>Microsoft Office PowerPoint</Application>
  <PresentationFormat>寬螢幕</PresentationFormat>
  <Paragraphs>32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Weekly Report</vt:lpstr>
      <vt:lpstr>Last week task</vt:lpstr>
      <vt:lpstr>This week task</vt:lpstr>
      <vt:lpstr>未來一年預計工作計畫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Porter Yen</dc:creator>
  <cp:lastModifiedBy>Porter Yen</cp:lastModifiedBy>
  <cp:revision>42</cp:revision>
  <dcterms:created xsi:type="dcterms:W3CDTF">2025-06-03T03:03:06Z</dcterms:created>
  <dcterms:modified xsi:type="dcterms:W3CDTF">2026-03-11T06:48:08Z</dcterms:modified>
</cp:coreProperties>
</file>